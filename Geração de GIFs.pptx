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57" r:id="rId3"/>
    <p:sldId id="258" r:id="rId4"/>
  </p:sldIdLst>
  <p:sldSz cx="180006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0039"/>
    <a:srgbClr val="EB7900"/>
    <a:srgbClr val="FBBC04"/>
    <a:srgbClr val="2933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03" autoAdjust="0"/>
    <p:restoredTop sz="94660"/>
  </p:normalViewPr>
  <p:slideViewPr>
    <p:cSldViewPr snapToGrid="0">
      <p:cViewPr varScale="1">
        <p:scale>
          <a:sx n="67" d="100"/>
          <a:sy n="67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767462"/>
            <a:ext cx="13500497" cy="3759917"/>
          </a:xfrm>
        </p:spPr>
        <p:txBody>
          <a:bodyPr anchor="b"/>
          <a:lstStyle>
            <a:lvl1pPr algn="ctr"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5672376"/>
            <a:ext cx="13500497" cy="2607442"/>
          </a:xfrm>
        </p:spPr>
        <p:txBody>
          <a:bodyPr/>
          <a:lstStyle>
            <a:lvl1pPr marL="0" indent="0" algn="ctr">
              <a:buNone/>
              <a:defRPr sz="3543"/>
            </a:lvl1pPr>
            <a:lvl2pPr marL="675010" indent="0" algn="ctr">
              <a:buNone/>
              <a:defRPr sz="2953"/>
            </a:lvl2pPr>
            <a:lvl3pPr marL="1350020" indent="0" algn="ctr">
              <a:buNone/>
              <a:defRPr sz="2658"/>
            </a:lvl3pPr>
            <a:lvl4pPr marL="2025030" indent="0" algn="ctr">
              <a:buNone/>
              <a:defRPr sz="2362"/>
            </a:lvl4pPr>
            <a:lvl5pPr marL="2700040" indent="0" algn="ctr">
              <a:buNone/>
              <a:defRPr sz="2362"/>
            </a:lvl5pPr>
            <a:lvl6pPr marL="3375050" indent="0" algn="ctr">
              <a:buNone/>
              <a:defRPr sz="2362"/>
            </a:lvl6pPr>
            <a:lvl7pPr marL="4050060" indent="0" algn="ctr">
              <a:buNone/>
              <a:defRPr sz="2362"/>
            </a:lvl7pPr>
            <a:lvl8pPr marL="4725071" indent="0" algn="ctr">
              <a:buNone/>
              <a:defRPr sz="2362"/>
            </a:lvl8pPr>
            <a:lvl9pPr marL="5400081" indent="0" algn="ctr">
              <a:buNone/>
              <a:defRPr sz="2362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13/11/2025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732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13/11/2025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5009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2692442"/>
            <a:ext cx="15525572" cy="4492401"/>
          </a:xfrm>
        </p:spPr>
        <p:txBody>
          <a:bodyPr anchor="b"/>
          <a:lstStyle>
            <a:lvl1pPr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7227343"/>
            <a:ext cx="15525572" cy="2362447"/>
          </a:xfrm>
        </p:spPr>
        <p:txBody>
          <a:bodyPr/>
          <a:lstStyle>
            <a:lvl1pPr marL="0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1pPr>
            <a:lvl2pPr marL="675010" indent="0">
              <a:buNone/>
              <a:defRPr sz="2953">
                <a:solidFill>
                  <a:schemeClr val="tx1">
                    <a:tint val="82000"/>
                  </a:schemeClr>
                </a:solidFill>
              </a:defRPr>
            </a:lvl2pPr>
            <a:lvl3pPr marL="1350020" indent="0">
              <a:buNone/>
              <a:defRPr sz="2658">
                <a:solidFill>
                  <a:schemeClr val="tx1">
                    <a:tint val="82000"/>
                  </a:schemeClr>
                </a:solidFill>
              </a:defRPr>
            </a:lvl3pPr>
            <a:lvl4pPr marL="202503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4pPr>
            <a:lvl5pPr marL="270004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5pPr>
            <a:lvl6pPr marL="337505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6pPr>
            <a:lvl7pPr marL="405006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7pPr>
            <a:lvl8pPr marL="472507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8pPr>
            <a:lvl9pPr marL="540008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13/11/2025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5273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13/11/2025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8451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574988"/>
            <a:ext cx="15525572" cy="2087455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2647443"/>
            <a:ext cx="7615123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3944914"/>
            <a:ext cx="7615123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2647443"/>
            <a:ext cx="7652626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3944914"/>
            <a:ext cx="7652626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13/11/2025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2523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13/11/2025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184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13/11/2025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8710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1554966"/>
            <a:ext cx="9112836" cy="7674832"/>
          </a:xfrm>
        </p:spPr>
        <p:txBody>
          <a:bodyPr/>
          <a:lstStyle>
            <a:lvl1pPr>
              <a:defRPr sz="4724"/>
            </a:lvl1pPr>
            <a:lvl2pPr>
              <a:defRPr sz="4134"/>
            </a:lvl2pPr>
            <a:lvl3pPr>
              <a:defRPr sz="3543"/>
            </a:lvl3pPr>
            <a:lvl4pPr>
              <a:defRPr sz="2953"/>
            </a:lvl4pPr>
            <a:lvl5pPr>
              <a:defRPr sz="2953"/>
            </a:lvl5pPr>
            <a:lvl6pPr>
              <a:defRPr sz="2953"/>
            </a:lvl6pPr>
            <a:lvl7pPr>
              <a:defRPr sz="2953"/>
            </a:lvl7pPr>
            <a:lvl8pPr>
              <a:defRPr sz="2953"/>
            </a:lvl8pPr>
            <a:lvl9pPr>
              <a:defRPr sz="295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13/11/2025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949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1554966"/>
            <a:ext cx="9112836" cy="7674832"/>
          </a:xfrm>
        </p:spPr>
        <p:txBody>
          <a:bodyPr anchor="t"/>
          <a:lstStyle>
            <a:lvl1pPr marL="0" indent="0">
              <a:buNone/>
              <a:defRPr sz="4724"/>
            </a:lvl1pPr>
            <a:lvl2pPr marL="675010" indent="0">
              <a:buNone/>
              <a:defRPr sz="4134"/>
            </a:lvl2pPr>
            <a:lvl3pPr marL="1350020" indent="0">
              <a:buNone/>
              <a:defRPr sz="3543"/>
            </a:lvl3pPr>
            <a:lvl4pPr marL="2025030" indent="0">
              <a:buNone/>
              <a:defRPr sz="2953"/>
            </a:lvl4pPr>
            <a:lvl5pPr marL="2700040" indent="0">
              <a:buNone/>
              <a:defRPr sz="2953"/>
            </a:lvl5pPr>
            <a:lvl6pPr marL="3375050" indent="0">
              <a:buNone/>
              <a:defRPr sz="2953"/>
            </a:lvl6pPr>
            <a:lvl7pPr marL="4050060" indent="0">
              <a:buNone/>
              <a:defRPr sz="2953"/>
            </a:lvl7pPr>
            <a:lvl8pPr marL="4725071" indent="0">
              <a:buNone/>
              <a:defRPr sz="2953"/>
            </a:lvl8pPr>
            <a:lvl9pPr marL="5400081" indent="0">
              <a:buNone/>
              <a:defRPr sz="2953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13/11/2025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3038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13/11/2025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1706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4" y="574987"/>
            <a:ext cx="3881393" cy="91523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5" y="574987"/>
            <a:ext cx="11419171" cy="915230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13/11/2025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8913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574988"/>
            <a:ext cx="1552557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2874937"/>
            <a:ext cx="1552557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B90F7B-D1FB-4C1A-BB3A-F7998FE53825}" type="datetimeFigureOut">
              <a:rPr lang="pt-BR" smtClean="0"/>
              <a:t>13/11/2025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0009781"/>
            <a:ext cx="607522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4384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350020" rtl="0" eaLnBrk="1" latinLnBrk="0" hangingPunct="1">
        <a:lnSpc>
          <a:spcPct val="90000"/>
        </a:lnSpc>
        <a:spcBef>
          <a:spcPct val="0"/>
        </a:spcBef>
        <a:buNone/>
        <a:defRPr sz="64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505" indent="-337505" algn="l" defTabSz="135002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1pPr>
      <a:lvl2pPr marL="101251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68752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953" kern="1200">
          <a:solidFill>
            <a:schemeClr val="tx1"/>
          </a:solidFill>
          <a:latin typeface="+mn-lt"/>
          <a:ea typeface="+mn-ea"/>
          <a:cs typeface="+mn-cs"/>
        </a:defRPr>
      </a:lvl3pPr>
      <a:lvl4pPr marL="236253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303754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71255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38756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506257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73758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1pPr>
      <a:lvl2pPr marL="67501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2pPr>
      <a:lvl3pPr marL="135002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3pPr>
      <a:lvl4pPr marL="202503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270004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37505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05006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472507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40008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93354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Agrupar 28">
            <a:extLst>
              <a:ext uri="{FF2B5EF4-FFF2-40B4-BE49-F238E27FC236}">
                <a16:creationId xmlns:a16="http://schemas.microsoft.com/office/drawing/2014/main" id="{6B8A6658-7739-135C-0E40-17C1C72C6370}"/>
              </a:ext>
            </a:extLst>
          </p:cNvPr>
          <p:cNvGrpSpPr/>
          <p:nvPr/>
        </p:nvGrpSpPr>
        <p:grpSpPr>
          <a:xfrm>
            <a:off x="142875" y="-1"/>
            <a:ext cx="17730788" cy="10799763"/>
            <a:chOff x="1" y="-1"/>
            <a:chExt cx="18000662" cy="10799763"/>
          </a:xfrm>
        </p:grpSpPr>
        <p:sp>
          <p:nvSpPr>
            <p:cNvPr id="26" name="Retângulo: Cantos Arredondados 25">
              <a:extLst>
                <a:ext uri="{FF2B5EF4-FFF2-40B4-BE49-F238E27FC236}">
                  <a16:creationId xmlns:a16="http://schemas.microsoft.com/office/drawing/2014/main" id="{19596D78-7AD8-A837-6C35-F1EC8913E405}"/>
                </a:ext>
              </a:extLst>
            </p:cNvPr>
            <p:cNvSpPr/>
            <p:nvPr/>
          </p:nvSpPr>
          <p:spPr>
            <a:xfrm>
              <a:off x="1" y="-1"/>
              <a:ext cx="18000662" cy="10799763"/>
            </a:xfrm>
            <a:prstGeom prst="roundRect">
              <a:avLst>
                <a:gd name="adj" fmla="val 17461"/>
              </a:avLst>
            </a:prstGeom>
            <a:noFill/>
            <a:ln w="254000">
              <a:solidFill>
                <a:srgbClr val="EB003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28" name="Imagem 27" descr="Ícone&#10;&#10;O conteúdo gerado por IA pode estar incorreto.">
              <a:extLst>
                <a:ext uri="{FF2B5EF4-FFF2-40B4-BE49-F238E27FC236}">
                  <a16:creationId xmlns:a16="http://schemas.microsoft.com/office/drawing/2014/main" id="{2CB71402-2581-1065-D909-391CE82167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049" y="3771899"/>
              <a:ext cx="3353289" cy="3357564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658940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0F091B4C-407A-53BF-8FBF-BCD42F15CB29}"/>
              </a:ext>
            </a:extLst>
          </p:cNvPr>
          <p:cNvSpPr/>
          <p:nvPr/>
        </p:nvSpPr>
        <p:spPr>
          <a:xfrm>
            <a:off x="0" y="-1"/>
            <a:ext cx="18000663" cy="10799763"/>
          </a:xfrm>
          <a:prstGeom prst="roundRect">
            <a:avLst>
              <a:gd name="adj" fmla="val 17461"/>
            </a:avLst>
          </a:prstGeom>
          <a:solidFill>
            <a:srgbClr val="EB7900"/>
          </a:solidFill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32018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9ACE0-D71C-99D7-192C-3596DC2CD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FB5C796-FB7E-5359-68EF-45446616F672}"/>
              </a:ext>
            </a:extLst>
          </p:cNvPr>
          <p:cNvSpPr/>
          <p:nvPr/>
        </p:nvSpPr>
        <p:spPr>
          <a:xfrm>
            <a:off x="0" y="-1"/>
            <a:ext cx="18000663" cy="10799763"/>
          </a:xfrm>
          <a:prstGeom prst="roundRect">
            <a:avLst>
              <a:gd name="adj" fmla="val 17461"/>
            </a:avLst>
          </a:prstGeom>
          <a:solidFill>
            <a:srgbClr val="EB0039"/>
          </a:solidFill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rgbClr val="EB00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16766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215</TotalTime>
  <Words>0</Words>
  <Application>Microsoft Office PowerPoint</Application>
  <PresentationFormat>Personalizar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Henrique Capristano</dc:creator>
  <cp:lastModifiedBy>Henrique Capristano</cp:lastModifiedBy>
  <cp:revision>7</cp:revision>
  <dcterms:created xsi:type="dcterms:W3CDTF">2025-11-08T22:31:56Z</dcterms:created>
  <dcterms:modified xsi:type="dcterms:W3CDTF">2025-11-13T20:51:03Z</dcterms:modified>
</cp:coreProperties>
</file>