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C04"/>
    <a:srgbClr val="EB7900"/>
    <a:srgbClr val="EB0039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9596D78-7AD8-A837-6C35-F1EC8913E405}"/>
              </a:ext>
            </a:extLst>
          </p:cNvPr>
          <p:cNvSpPr/>
          <p:nvPr/>
        </p:nvSpPr>
        <p:spPr>
          <a:xfrm>
            <a:off x="-1" y="-1"/>
            <a:ext cx="18000663" cy="10799763"/>
          </a:xfrm>
          <a:prstGeom prst="roundRect">
            <a:avLst>
              <a:gd name="adj" fmla="val 17461"/>
            </a:avLst>
          </a:prstGeom>
          <a:noFill/>
          <a:ln w="76200">
            <a:solidFill>
              <a:srgbClr val="FBBC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166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1</cp:revision>
  <dcterms:created xsi:type="dcterms:W3CDTF">2025-11-08T22:31:56Z</dcterms:created>
  <dcterms:modified xsi:type="dcterms:W3CDTF">2025-11-09T01:18:08Z</dcterms:modified>
</cp:coreProperties>
</file>