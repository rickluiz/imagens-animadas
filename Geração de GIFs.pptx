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0039"/>
    <a:srgbClr val="FBBC04"/>
    <a:srgbClr val="EB7900"/>
    <a:srgbClr val="2933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3" autoAdjust="0"/>
    <p:restoredTop sz="94660"/>
  </p:normalViewPr>
  <p:slideViewPr>
    <p:cSldViewPr snapToGrid="0">
      <p:cViewPr varScale="1">
        <p:scale>
          <a:sx n="67" d="100"/>
          <a:sy n="67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F7B-D1FB-4C1A-BB3A-F7998FE5382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A6751-61D4-4BCB-B18D-1F41E0E3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F7B-D1FB-4C1A-BB3A-F7998FE5382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A6751-61D4-4BCB-B18D-1F41E0E3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5009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82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82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F7B-D1FB-4C1A-BB3A-F7998FE5382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A6751-61D4-4BCB-B18D-1F41E0E3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273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F7B-D1FB-4C1A-BB3A-F7998FE5382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A6751-61D4-4BCB-B18D-1F41E0E3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451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F7B-D1FB-4C1A-BB3A-F7998FE5382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A6751-61D4-4BCB-B18D-1F41E0E3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252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F7B-D1FB-4C1A-BB3A-F7998FE5382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A6751-61D4-4BCB-B18D-1F41E0E3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184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F7B-D1FB-4C1A-BB3A-F7998FE5382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A6751-61D4-4BCB-B18D-1F41E0E3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871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F7B-D1FB-4C1A-BB3A-F7998FE5382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A6751-61D4-4BCB-B18D-1F41E0E3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94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F7B-D1FB-4C1A-BB3A-F7998FE5382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A6751-61D4-4BCB-B18D-1F41E0E3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03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F7B-D1FB-4C1A-BB3A-F7998FE5382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A6751-61D4-4BCB-B18D-1F41E0E3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706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F7B-D1FB-4C1A-BB3A-F7998FE5382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A6751-61D4-4BCB-B18D-1F41E0E3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913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B90F7B-D1FB-4C1A-BB3A-F7998FE5382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A6751-61D4-4BCB-B18D-1F41E0E3A4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38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93354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Agrupar 28">
            <a:extLst>
              <a:ext uri="{FF2B5EF4-FFF2-40B4-BE49-F238E27FC236}">
                <a16:creationId xmlns:a16="http://schemas.microsoft.com/office/drawing/2014/main" id="{6B8A6658-7739-135C-0E40-17C1C72C6370}"/>
              </a:ext>
            </a:extLst>
          </p:cNvPr>
          <p:cNvGrpSpPr/>
          <p:nvPr/>
        </p:nvGrpSpPr>
        <p:grpSpPr>
          <a:xfrm>
            <a:off x="142875" y="-1"/>
            <a:ext cx="17730788" cy="10799763"/>
            <a:chOff x="1" y="-1"/>
            <a:chExt cx="18000662" cy="10799763"/>
          </a:xfrm>
        </p:grpSpPr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19596D78-7AD8-A837-6C35-F1EC8913E405}"/>
                </a:ext>
              </a:extLst>
            </p:cNvPr>
            <p:cNvSpPr/>
            <p:nvPr/>
          </p:nvSpPr>
          <p:spPr>
            <a:xfrm>
              <a:off x="1" y="-1"/>
              <a:ext cx="18000662" cy="10799763"/>
            </a:xfrm>
            <a:prstGeom prst="roundRect">
              <a:avLst>
                <a:gd name="adj" fmla="val 17461"/>
              </a:avLst>
            </a:prstGeom>
            <a:noFill/>
            <a:ln w="254000">
              <a:solidFill>
                <a:srgbClr val="EB00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28" name="Imagem 27" descr="Ícone&#10;&#10;O conteúdo gerado por IA pode estar incorreto.">
              <a:extLst>
                <a:ext uri="{FF2B5EF4-FFF2-40B4-BE49-F238E27FC236}">
                  <a16:creationId xmlns:a16="http://schemas.microsoft.com/office/drawing/2014/main" id="{2CB71402-2581-1065-D909-391CE8216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049" y="3771899"/>
              <a:ext cx="3353289" cy="3357564"/>
            </a:xfrm>
            <a:prstGeom prst="rect">
              <a:avLst/>
            </a:prstGeom>
            <a:ln>
              <a:solidFill>
                <a:srgbClr val="EB0039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65894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</TotalTime>
  <Words>0</Words>
  <Application>Microsoft Office PowerPoint</Application>
  <PresentationFormat>Personalizar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Capristano</dc:creator>
  <cp:lastModifiedBy>Henrique Capristano</cp:lastModifiedBy>
  <cp:revision>5</cp:revision>
  <dcterms:created xsi:type="dcterms:W3CDTF">2025-11-08T22:31:56Z</dcterms:created>
  <dcterms:modified xsi:type="dcterms:W3CDTF">2025-11-09T01:54:57Z</dcterms:modified>
</cp:coreProperties>
</file>