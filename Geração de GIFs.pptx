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BC04"/>
    <a:srgbClr val="EB7900"/>
    <a:srgbClr val="EB0039"/>
    <a:srgbClr val="2933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3" autoAdjust="0"/>
    <p:restoredTop sz="94660"/>
  </p:normalViewPr>
  <p:slideViewPr>
    <p:cSldViewPr snapToGrid="0">
      <p:cViewPr varScale="1">
        <p:scale>
          <a:sx n="67" d="100"/>
          <a:sy n="67" d="100"/>
        </p:scale>
        <p:origin x="6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73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5009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82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82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5273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8451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2523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84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8710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949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303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1706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8913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4384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93354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Agrupar 28">
            <a:extLst>
              <a:ext uri="{FF2B5EF4-FFF2-40B4-BE49-F238E27FC236}">
                <a16:creationId xmlns:a16="http://schemas.microsoft.com/office/drawing/2014/main" id="{6B8A6658-7739-135C-0E40-17C1C72C6370}"/>
              </a:ext>
            </a:extLst>
          </p:cNvPr>
          <p:cNvGrpSpPr/>
          <p:nvPr/>
        </p:nvGrpSpPr>
        <p:grpSpPr>
          <a:xfrm>
            <a:off x="142875" y="-1"/>
            <a:ext cx="17730788" cy="10799763"/>
            <a:chOff x="1" y="-1"/>
            <a:chExt cx="18000662" cy="10799763"/>
          </a:xfrm>
        </p:grpSpPr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19596D78-7AD8-A837-6C35-F1EC8913E405}"/>
                </a:ext>
              </a:extLst>
            </p:cNvPr>
            <p:cNvSpPr/>
            <p:nvPr/>
          </p:nvSpPr>
          <p:spPr>
            <a:xfrm>
              <a:off x="1" y="-1"/>
              <a:ext cx="18000662" cy="10799763"/>
            </a:xfrm>
            <a:prstGeom prst="roundRect">
              <a:avLst>
                <a:gd name="adj" fmla="val 17461"/>
              </a:avLst>
            </a:prstGeom>
            <a:noFill/>
            <a:ln w="254000">
              <a:solidFill>
                <a:srgbClr val="FBBC0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28" name="Imagem 27" descr="Ícone&#10;&#10;O conteúdo gerado por IA pode estar incorreto.">
              <a:extLst>
                <a:ext uri="{FF2B5EF4-FFF2-40B4-BE49-F238E27FC236}">
                  <a16:creationId xmlns:a16="http://schemas.microsoft.com/office/drawing/2014/main" id="{2CB71402-2581-1065-D909-391CE82167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049" y="3771899"/>
              <a:ext cx="3353289" cy="33575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58940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192</TotalTime>
  <Words>0</Words>
  <Application>Microsoft Office PowerPoint</Application>
  <PresentationFormat>Personalizar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Henrique Capristano</dc:creator>
  <cp:lastModifiedBy>Henrique Capristano</cp:lastModifiedBy>
  <cp:revision>4</cp:revision>
  <dcterms:created xsi:type="dcterms:W3CDTF">2025-11-08T22:31:56Z</dcterms:created>
  <dcterms:modified xsi:type="dcterms:W3CDTF">2025-11-09T01:44:27Z</dcterms:modified>
</cp:coreProperties>
</file>