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sldIdLst>
    <p:sldId id="256" r:id="rId2"/>
  </p:sldIdLst>
  <p:sldSz cx="18000663" cy="10799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BBC04"/>
    <a:srgbClr val="EB7900"/>
    <a:srgbClr val="EB0039"/>
    <a:srgbClr val="29335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903" autoAdjust="0"/>
    <p:restoredTop sz="94660"/>
  </p:normalViewPr>
  <p:slideViewPr>
    <p:cSldViewPr snapToGrid="0">
      <p:cViewPr varScale="1">
        <p:scale>
          <a:sx n="67" d="100"/>
          <a:sy n="67" d="100"/>
        </p:scale>
        <p:origin x="95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50083" y="1767462"/>
            <a:ext cx="13500497" cy="3759917"/>
          </a:xfrm>
        </p:spPr>
        <p:txBody>
          <a:bodyPr anchor="b"/>
          <a:lstStyle>
            <a:lvl1pPr algn="ctr">
              <a:defRPr sz="8858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50083" y="5672376"/>
            <a:ext cx="13500497" cy="2607442"/>
          </a:xfrm>
        </p:spPr>
        <p:txBody>
          <a:bodyPr/>
          <a:lstStyle>
            <a:lvl1pPr marL="0" indent="0" algn="ctr">
              <a:buNone/>
              <a:defRPr sz="3543"/>
            </a:lvl1pPr>
            <a:lvl2pPr marL="675010" indent="0" algn="ctr">
              <a:buNone/>
              <a:defRPr sz="2953"/>
            </a:lvl2pPr>
            <a:lvl3pPr marL="1350020" indent="0" algn="ctr">
              <a:buNone/>
              <a:defRPr sz="2658"/>
            </a:lvl3pPr>
            <a:lvl4pPr marL="2025030" indent="0" algn="ctr">
              <a:buNone/>
              <a:defRPr sz="2362"/>
            </a:lvl4pPr>
            <a:lvl5pPr marL="2700040" indent="0" algn="ctr">
              <a:buNone/>
              <a:defRPr sz="2362"/>
            </a:lvl5pPr>
            <a:lvl6pPr marL="3375050" indent="0" algn="ctr">
              <a:buNone/>
              <a:defRPr sz="2362"/>
            </a:lvl6pPr>
            <a:lvl7pPr marL="4050060" indent="0" algn="ctr">
              <a:buNone/>
              <a:defRPr sz="2362"/>
            </a:lvl7pPr>
            <a:lvl8pPr marL="4725071" indent="0" algn="ctr">
              <a:buNone/>
              <a:defRPr sz="2362"/>
            </a:lvl8pPr>
            <a:lvl9pPr marL="5400081" indent="0" algn="ctr">
              <a:buNone/>
              <a:defRPr sz="2362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60732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350097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8170" y="2692442"/>
            <a:ext cx="15525572" cy="4492401"/>
          </a:xfrm>
        </p:spPr>
        <p:txBody>
          <a:bodyPr anchor="b"/>
          <a:lstStyle>
            <a:lvl1pPr>
              <a:defRPr sz="8858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8170" y="7227343"/>
            <a:ext cx="15525572" cy="2362447"/>
          </a:xfrm>
        </p:spPr>
        <p:txBody>
          <a:bodyPr/>
          <a:lstStyle>
            <a:lvl1pPr marL="0" indent="0">
              <a:buNone/>
              <a:defRPr sz="3543">
                <a:solidFill>
                  <a:schemeClr val="tx1">
                    <a:tint val="82000"/>
                  </a:schemeClr>
                </a:solidFill>
              </a:defRPr>
            </a:lvl1pPr>
            <a:lvl2pPr marL="675010" indent="0">
              <a:buNone/>
              <a:defRPr sz="2953">
                <a:solidFill>
                  <a:schemeClr val="tx1">
                    <a:tint val="82000"/>
                  </a:schemeClr>
                </a:solidFill>
              </a:defRPr>
            </a:lvl2pPr>
            <a:lvl3pPr marL="1350020" indent="0">
              <a:buNone/>
              <a:defRPr sz="2658">
                <a:solidFill>
                  <a:schemeClr val="tx1">
                    <a:tint val="82000"/>
                  </a:schemeClr>
                </a:solidFill>
              </a:defRPr>
            </a:lvl3pPr>
            <a:lvl4pPr marL="2025030" indent="0">
              <a:buNone/>
              <a:defRPr sz="2362">
                <a:solidFill>
                  <a:schemeClr val="tx1">
                    <a:tint val="82000"/>
                  </a:schemeClr>
                </a:solidFill>
              </a:defRPr>
            </a:lvl4pPr>
            <a:lvl5pPr marL="2700040" indent="0">
              <a:buNone/>
              <a:defRPr sz="2362">
                <a:solidFill>
                  <a:schemeClr val="tx1">
                    <a:tint val="82000"/>
                  </a:schemeClr>
                </a:solidFill>
              </a:defRPr>
            </a:lvl5pPr>
            <a:lvl6pPr marL="3375050" indent="0">
              <a:buNone/>
              <a:defRPr sz="2362">
                <a:solidFill>
                  <a:schemeClr val="tx1">
                    <a:tint val="82000"/>
                  </a:schemeClr>
                </a:solidFill>
              </a:defRPr>
            </a:lvl6pPr>
            <a:lvl7pPr marL="4050060" indent="0">
              <a:buNone/>
              <a:defRPr sz="2362">
                <a:solidFill>
                  <a:schemeClr val="tx1">
                    <a:tint val="82000"/>
                  </a:schemeClr>
                </a:solidFill>
              </a:defRPr>
            </a:lvl7pPr>
            <a:lvl8pPr marL="4725071" indent="0">
              <a:buNone/>
              <a:defRPr sz="2362">
                <a:solidFill>
                  <a:schemeClr val="tx1">
                    <a:tint val="82000"/>
                  </a:schemeClr>
                </a:solidFill>
              </a:defRPr>
            </a:lvl8pPr>
            <a:lvl9pPr marL="5400081" indent="0">
              <a:buNone/>
              <a:defRPr sz="236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552730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37545" y="2874937"/>
            <a:ext cx="7650282" cy="6852350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12836" y="2874937"/>
            <a:ext cx="7650282" cy="6852350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184518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574988"/>
            <a:ext cx="15525572" cy="2087455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9891" y="2647443"/>
            <a:ext cx="7615123" cy="1297471"/>
          </a:xfrm>
        </p:spPr>
        <p:txBody>
          <a:bodyPr anchor="b"/>
          <a:lstStyle>
            <a:lvl1pPr marL="0" indent="0">
              <a:buNone/>
              <a:defRPr sz="3543" b="1"/>
            </a:lvl1pPr>
            <a:lvl2pPr marL="675010" indent="0">
              <a:buNone/>
              <a:defRPr sz="2953" b="1"/>
            </a:lvl2pPr>
            <a:lvl3pPr marL="1350020" indent="0">
              <a:buNone/>
              <a:defRPr sz="2658" b="1"/>
            </a:lvl3pPr>
            <a:lvl4pPr marL="2025030" indent="0">
              <a:buNone/>
              <a:defRPr sz="2362" b="1"/>
            </a:lvl4pPr>
            <a:lvl5pPr marL="2700040" indent="0">
              <a:buNone/>
              <a:defRPr sz="2362" b="1"/>
            </a:lvl5pPr>
            <a:lvl6pPr marL="3375050" indent="0">
              <a:buNone/>
              <a:defRPr sz="2362" b="1"/>
            </a:lvl6pPr>
            <a:lvl7pPr marL="4050060" indent="0">
              <a:buNone/>
              <a:defRPr sz="2362" b="1"/>
            </a:lvl7pPr>
            <a:lvl8pPr marL="4725071" indent="0">
              <a:buNone/>
              <a:defRPr sz="2362" b="1"/>
            </a:lvl8pPr>
            <a:lvl9pPr marL="5400081" indent="0">
              <a:buNone/>
              <a:defRPr sz="2362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39891" y="3944914"/>
            <a:ext cx="7615123" cy="5802373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112836" y="2647443"/>
            <a:ext cx="7652626" cy="1297471"/>
          </a:xfrm>
        </p:spPr>
        <p:txBody>
          <a:bodyPr anchor="b"/>
          <a:lstStyle>
            <a:lvl1pPr marL="0" indent="0">
              <a:buNone/>
              <a:defRPr sz="3543" b="1"/>
            </a:lvl1pPr>
            <a:lvl2pPr marL="675010" indent="0">
              <a:buNone/>
              <a:defRPr sz="2953" b="1"/>
            </a:lvl2pPr>
            <a:lvl3pPr marL="1350020" indent="0">
              <a:buNone/>
              <a:defRPr sz="2658" b="1"/>
            </a:lvl3pPr>
            <a:lvl4pPr marL="2025030" indent="0">
              <a:buNone/>
              <a:defRPr sz="2362" b="1"/>
            </a:lvl4pPr>
            <a:lvl5pPr marL="2700040" indent="0">
              <a:buNone/>
              <a:defRPr sz="2362" b="1"/>
            </a:lvl5pPr>
            <a:lvl6pPr marL="3375050" indent="0">
              <a:buNone/>
              <a:defRPr sz="2362" b="1"/>
            </a:lvl6pPr>
            <a:lvl7pPr marL="4050060" indent="0">
              <a:buNone/>
              <a:defRPr sz="2362" b="1"/>
            </a:lvl7pPr>
            <a:lvl8pPr marL="4725071" indent="0">
              <a:buNone/>
              <a:defRPr sz="2362" b="1"/>
            </a:lvl8pPr>
            <a:lvl9pPr marL="5400081" indent="0">
              <a:buNone/>
              <a:defRPr sz="2362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112836" y="3944914"/>
            <a:ext cx="7652626" cy="5802373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825231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918438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787107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1" y="719984"/>
            <a:ext cx="5805682" cy="2519945"/>
          </a:xfrm>
        </p:spPr>
        <p:txBody>
          <a:bodyPr anchor="b"/>
          <a:lstStyle>
            <a:lvl1pPr>
              <a:defRPr sz="4724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52626" y="1554966"/>
            <a:ext cx="9112836" cy="7674832"/>
          </a:xfrm>
        </p:spPr>
        <p:txBody>
          <a:bodyPr/>
          <a:lstStyle>
            <a:lvl1pPr>
              <a:defRPr sz="4724"/>
            </a:lvl1pPr>
            <a:lvl2pPr>
              <a:defRPr sz="4134"/>
            </a:lvl2pPr>
            <a:lvl3pPr>
              <a:defRPr sz="3543"/>
            </a:lvl3pPr>
            <a:lvl4pPr>
              <a:defRPr sz="2953"/>
            </a:lvl4pPr>
            <a:lvl5pPr>
              <a:defRPr sz="2953"/>
            </a:lvl5pPr>
            <a:lvl6pPr>
              <a:defRPr sz="2953"/>
            </a:lvl6pPr>
            <a:lvl7pPr>
              <a:defRPr sz="2953"/>
            </a:lvl7pPr>
            <a:lvl8pPr>
              <a:defRPr sz="2953"/>
            </a:lvl8pPr>
            <a:lvl9pPr>
              <a:defRPr sz="2953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91" y="3239929"/>
            <a:ext cx="5805682" cy="6002369"/>
          </a:xfrm>
        </p:spPr>
        <p:txBody>
          <a:bodyPr/>
          <a:lstStyle>
            <a:lvl1pPr marL="0" indent="0">
              <a:buNone/>
              <a:defRPr sz="2362"/>
            </a:lvl1pPr>
            <a:lvl2pPr marL="675010" indent="0">
              <a:buNone/>
              <a:defRPr sz="2067"/>
            </a:lvl2pPr>
            <a:lvl3pPr marL="1350020" indent="0">
              <a:buNone/>
              <a:defRPr sz="1772"/>
            </a:lvl3pPr>
            <a:lvl4pPr marL="2025030" indent="0">
              <a:buNone/>
              <a:defRPr sz="1476"/>
            </a:lvl4pPr>
            <a:lvl5pPr marL="2700040" indent="0">
              <a:buNone/>
              <a:defRPr sz="1476"/>
            </a:lvl5pPr>
            <a:lvl6pPr marL="3375050" indent="0">
              <a:buNone/>
              <a:defRPr sz="1476"/>
            </a:lvl6pPr>
            <a:lvl7pPr marL="4050060" indent="0">
              <a:buNone/>
              <a:defRPr sz="1476"/>
            </a:lvl7pPr>
            <a:lvl8pPr marL="4725071" indent="0">
              <a:buNone/>
              <a:defRPr sz="1476"/>
            </a:lvl8pPr>
            <a:lvl9pPr marL="5400081" indent="0">
              <a:buNone/>
              <a:defRPr sz="1476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09490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1" y="719984"/>
            <a:ext cx="5805682" cy="2519945"/>
          </a:xfrm>
        </p:spPr>
        <p:txBody>
          <a:bodyPr anchor="b"/>
          <a:lstStyle>
            <a:lvl1pPr>
              <a:defRPr sz="4724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652626" y="1554966"/>
            <a:ext cx="9112836" cy="7674832"/>
          </a:xfrm>
        </p:spPr>
        <p:txBody>
          <a:bodyPr anchor="t"/>
          <a:lstStyle>
            <a:lvl1pPr marL="0" indent="0">
              <a:buNone/>
              <a:defRPr sz="4724"/>
            </a:lvl1pPr>
            <a:lvl2pPr marL="675010" indent="0">
              <a:buNone/>
              <a:defRPr sz="4134"/>
            </a:lvl2pPr>
            <a:lvl3pPr marL="1350020" indent="0">
              <a:buNone/>
              <a:defRPr sz="3543"/>
            </a:lvl3pPr>
            <a:lvl4pPr marL="2025030" indent="0">
              <a:buNone/>
              <a:defRPr sz="2953"/>
            </a:lvl4pPr>
            <a:lvl5pPr marL="2700040" indent="0">
              <a:buNone/>
              <a:defRPr sz="2953"/>
            </a:lvl5pPr>
            <a:lvl6pPr marL="3375050" indent="0">
              <a:buNone/>
              <a:defRPr sz="2953"/>
            </a:lvl6pPr>
            <a:lvl7pPr marL="4050060" indent="0">
              <a:buNone/>
              <a:defRPr sz="2953"/>
            </a:lvl7pPr>
            <a:lvl8pPr marL="4725071" indent="0">
              <a:buNone/>
              <a:defRPr sz="2953"/>
            </a:lvl8pPr>
            <a:lvl9pPr marL="5400081" indent="0">
              <a:buNone/>
              <a:defRPr sz="2953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91" y="3239929"/>
            <a:ext cx="5805682" cy="6002369"/>
          </a:xfrm>
        </p:spPr>
        <p:txBody>
          <a:bodyPr/>
          <a:lstStyle>
            <a:lvl1pPr marL="0" indent="0">
              <a:buNone/>
              <a:defRPr sz="2362"/>
            </a:lvl1pPr>
            <a:lvl2pPr marL="675010" indent="0">
              <a:buNone/>
              <a:defRPr sz="2067"/>
            </a:lvl2pPr>
            <a:lvl3pPr marL="1350020" indent="0">
              <a:buNone/>
              <a:defRPr sz="1772"/>
            </a:lvl3pPr>
            <a:lvl4pPr marL="2025030" indent="0">
              <a:buNone/>
              <a:defRPr sz="1476"/>
            </a:lvl4pPr>
            <a:lvl5pPr marL="2700040" indent="0">
              <a:buNone/>
              <a:defRPr sz="1476"/>
            </a:lvl5pPr>
            <a:lvl6pPr marL="3375050" indent="0">
              <a:buNone/>
              <a:defRPr sz="1476"/>
            </a:lvl6pPr>
            <a:lvl7pPr marL="4050060" indent="0">
              <a:buNone/>
              <a:defRPr sz="1476"/>
            </a:lvl7pPr>
            <a:lvl8pPr marL="4725071" indent="0">
              <a:buNone/>
              <a:defRPr sz="1476"/>
            </a:lvl8pPr>
            <a:lvl9pPr marL="5400081" indent="0">
              <a:buNone/>
              <a:defRPr sz="1476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730389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817064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2881724" y="574987"/>
            <a:ext cx="3881393" cy="9152300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37545" y="574987"/>
            <a:ext cx="11419171" cy="9152300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89132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37546" y="574988"/>
            <a:ext cx="15525572" cy="20874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7546" y="2874937"/>
            <a:ext cx="15525572" cy="68523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37546" y="10009781"/>
            <a:ext cx="4050149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77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6B90F7B-D1FB-4C1A-BB3A-F7998FE5382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962720" y="10009781"/>
            <a:ext cx="6075224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77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712968" y="10009781"/>
            <a:ext cx="4050149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77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543846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l" defTabSz="1350020" rtl="0" eaLnBrk="1" latinLnBrk="0" hangingPunct="1">
        <a:lnSpc>
          <a:spcPct val="90000"/>
        </a:lnSpc>
        <a:spcBef>
          <a:spcPct val="0"/>
        </a:spcBef>
        <a:buNone/>
        <a:defRPr sz="649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37505" indent="-337505" algn="l" defTabSz="1350020" rtl="0" eaLnBrk="1" latinLnBrk="0" hangingPunct="1">
        <a:lnSpc>
          <a:spcPct val="90000"/>
        </a:lnSpc>
        <a:spcBef>
          <a:spcPts val="1476"/>
        </a:spcBef>
        <a:buFont typeface="Arial" panose="020B0604020202020204" pitchFamily="34" charset="0"/>
        <a:buChar char="•"/>
        <a:defRPr sz="4134" kern="1200">
          <a:solidFill>
            <a:schemeClr val="tx1"/>
          </a:solidFill>
          <a:latin typeface="+mn-lt"/>
          <a:ea typeface="+mn-ea"/>
          <a:cs typeface="+mn-cs"/>
        </a:defRPr>
      </a:lvl1pPr>
      <a:lvl2pPr marL="1012515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2pPr>
      <a:lvl3pPr marL="1687525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953" kern="1200">
          <a:solidFill>
            <a:schemeClr val="tx1"/>
          </a:solidFill>
          <a:latin typeface="+mn-lt"/>
          <a:ea typeface="+mn-ea"/>
          <a:cs typeface="+mn-cs"/>
        </a:defRPr>
      </a:lvl3pPr>
      <a:lvl4pPr marL="2362535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4pPr>
      <a:lvl5pPr marL="3037545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5pPr>
      <a:lvl6pPr marL="3712555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6pPr>
      <a:lvl7pPr marL="4387566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7pPr>
      <a:lvl8pPr marL="5062576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8pPr>
      <a:lvl9pPr marL="5737586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1pPr>
      <a:lvl2pPr marL="67501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2pPr>
      <a:lvl3pPr marL="135002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3pPr>
      <a:lvl4pPr marL="202503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4pPr>
      <a:lvl5pPr marL="270004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5pPr>
      <a:lvl6pPr marL="337505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6pPr>
      <a:lvl7pPr marL="405006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7pPr>
      <a:lvl8pPr marL="4725071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8pPr>
      <a:lvl9pPr marL="5400081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293354">
            <a:alpha val="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tângulo: Cantos Arredondados 25">
            <a:extLst>
              <a:ext uri="{FF2B5EF4-FFF2-40B4-BE49-F238E27FC236}">
                <a16:creationId xmlns:a16="http://schemas.microsoft.com/office/drawing/2014/main" id="{19596D78-7AD8-A837-6C35-F1EC8913E405}"/>
              </a:ext>
            </a:extLst>
          </p:cNvPr>
          <p:cNvSpPr/>
          <p:nvPr/>
        </p:nvSpPr>
        <p:spPr>
          <a:xfrm>
            <a:off x="100014" y="-1"/>
            <a:ext cx="17773650" cy="10799763"/>
          </a:xfrm>
          <a:prstGeom prst="roundRect">
            <a:avLst>
              <a:gd name="adj" fmla="val 17461"/>
            </a:avLst>
          </a:prstGeom>
          <a:noFill/>
          <a:ln w="76200">
            <a:solidFill>
              <a:srgbClr val="FBBC0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658940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</p:bldLst>
  </p:timing>
</p:sld>
</file>

<file path=ppt/theme/theme1.xml><?xml version="1.0" encoding="utf-8"?>
<a:theme xmlns:a="http://schemas.openxmlformats.org/drawingml/2006/main" name="Tema do Office">
  <a:themeElements>
    <a:clrScheme name="Tema do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ema do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168</TotalTime>
  <Words>0</Words>
  <Application>Microsoft Office PowerPoint</Application>
  <PresentationFormat>Personalizar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Henrique Capristano</dc:creator>
  <cp:lastModifiedBy>Henrique Capristano</cp:lastModifiedBy>
  <cp:revision>2</cp:revision>
  <dcterms:created xsi:type="dcterms:W3CDTF">2025-11-08T22:31:56Z</dcterms:created>
  <dcterms:modified xsi:type="dcterms:W3CDTF">2025-11-09T01:19:57Z</dcterms:modified>
</cp:coreProperties>
</file>