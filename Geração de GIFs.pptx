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56" r:id="rId1"/>
  </p:sldMasterIdLst>
  <p:sldIdLst>
    <p:sldId id="256" r:id="rId2"/>
  </p:sldIdLst>
  <p:sldSz cx="18000663" cy="1079976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B0039"/>
    <a:srgbClr val="FBBC04"/>
    <a:srgbClr val="EB7900"/>
    <a:srgbClr val="29335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5903" autoAdjust="0"/>
    <p:restoredTop sz="94660"/>
  </p:normalViewPr>
  <p:slideViewPr>
    <p:cSldViewPr snapToGrid="0">
      <p:cViewPr varScale="1">
        <p:scale>
          <a:sx n="67" d="100"/>
          <a:sy n="67" d="100"/>
        </p:scale>
        <p:origin x="954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250083" y="1767462"/>
            <a:ext cx="13500497" cy="3759917"/>
          </a:xfrm>
        </p:spPr>
        <p:txBody>
          <a:bodyPr anchor="b"/>
          <a:lstStyle>
            <a:lvl1pPr algn="ctr">
              <a:defRPr sz="8858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250083" y="5672376"/>
            <a:ext cx="13500497" cy="2607442"/>
          </a:xfrm>
        </p:spPr>
        <p:txBody>
          <a:bodyPr/>
          <a:lstStyle>
            <a:lvl1pPr marL="0" indent="0" algn="ctr">
              <a:buNone/>
              <a:defRPr sz="3543"/>
            </a:lvl1pPr>
            <a:lvl2pPr marL="675010" indent="0" algn="ctr">
              <a:buNone/>
              <a:defRPr sz="2953"/>
            </a:lvl2pPr>
            <a:lvl3pPr marL="1350020" indent="0" algn="ctr">
              <a:buNone/>
              <a:defRPr sz="2658"/>
            </a:lvl3pPr>
            <a:lvl4pPr marL="2025030" indent="0" algn="ctr">
              <a:buNone/>
              <a:defRPr sz="2362"/>
            </a:lvl4pPr>
            <a:lvl5pPr marL="2700040" indent="0" algn="ctr">
              <a:buNone/>
              <a:defRPr sz="2362"/>
            </a:lvl5pPr>
            <a:lvl6pPr marL="3375050" indent="0" algn="ctr">
              <a:buNone/>
              <a:defRPr sz="2362"/>
            </a:lvl6pPr>
            <a:lvl7pPr marL="4050060" indent="0" algn="ctr">
              <a:buNone/>
              <a:defRPr sz="2362"/>
            </a:lvl7pPr>
            <a:lvl8pPr marL="4725071" indent="0" algn="ctr">
              <a:buNone/>
              <a:defRPr sz="2362"/>
            </a:lvl8pPr>
            <a:lvl9pPr marL="5400081" indent="0" algn="ctr">
              <a:buNone/>
              <a:defRPr sz="2362"/>
            </a:lvl9pPr>
          </a:lstStyle>
          <a:p>
            <a:r>
              <a:rPr lang="pt-BR"/>
              <a:t>Clique para editar o estilo do subtítulo Mestre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B90F7B-D1FB-4C1A-BB3A-F7998FE53825}" type="datetimeFigureOut">
              <a:rPr lang="pt-BR" smtClean="0"/>
              <a:t>08/11/2025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A6751-61D4-4BCB-B18D-1F41E0E3A48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607321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B90F7B-D1FB-4C1A-BB3A-F7998FE53825}" type="datetimeFigureOut">
              <a:rPr lang="pt-BR" smtClean="0"/>
              <a:t>08/11/2025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A6751-61D4-4BCB-B18D-1F41E0E3A48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3500971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28170" y="2692442"/>
            <a:ext cx="15525572" cy="4492401"/>
          </a:xfrm>
        </p:spPr>
        <p:txBody>
          <a:bodyPr anchor="b"/>
          <a:lstStyle>
            <a:lvl1pPr>
              <a:defRPr sz="8858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28170" y="7227343"/>
            <a:ext cx="15525572" cy="2362447"/>
          </a:xfrm>
        </p:spPr>
        <p:txBody>
          <a:bodyPr/>
          <a:lstStyle>
            <a:lvl1pPr marL="0" indent="0">
              <a:buNone/>
              <a:defRPr sz="3543">
                <a:solidFill>
                  <a:schemeClr val="tx1">
                    <a:tint val="82000"/>
                  </a:schemeClr>
                </a:solidFill>
              </a:defRPr>
            </a:lvl1pPr>
            <a:lvl2pPr marL="675010" indent="0">
              <a:buNone/>
              <a:defRPr sz="2953">
                <a:solidFill>
                  <a:schemeClr val="tx1">
                    <a:tint val="82000"/>
                  </a:schemeClr>
                </a:solidFill>
              </a:defRPr>
            </a:lvl2pPr>
            <a:lvl3pPr marL="1350020" indent="0">
              <a:buNone/>
              <a:defRPr sz="2658">
                <a:solidFill>
                  <a:schemeClr val="tx1">
                    <a:tint val="82000"/>
                  </a:schemeClr>
                </a:solidFill>
              </a:defRPr>
            </a:lvl3pPr>
            <a:lvl4pPr marL="2025030" indent="0">
              <a:buNone/>
              <a:defRPr sz="2362">
                <a:solidFill>
                  <a:schemeClr val="tx1">
                    <a:tint val="82000"/>
                  </a:schemeClr>
                </a:solidFill>
              </a:defRPr>
            </a:lvl4pPr>
            <a:lvl5pPr marL="2700040" indent="0">
              <a:buNone/>
              <a:defRPr sz="2362">
                <a:solidFill>
                  <a:schemeClr val="tx1">
                    <a:tint val="82000"/>
                  </a:schemeClr>
                </a:solidFill>
              </a:defRPr>
            </a:lvl5pPr>
            <a:lvl6pPr marL="3375050" indent="0">
              <a:buNone/>
              <a:defRPr sz="2362">
                <a:solidFill>
                  <a:schemeClr val="tx1">
                    <a:tint val="82000"/>
                  </a:schemeClr>
                </a:solidFill>
              </a:defRPr>
            </a:lvl6pPr>
            <a:lvl7pPr marL="4050060" indent="0">
              <a:buNone/>
              <a:defRPr sz="2362">
                <a:solidFill>
                  <a:schemeClr val="tx1">
                    <a:tint val="82000"/>
                  </a:schemeClr>
                </a:solidFill>
              </a:defRPr>
            </a:lvl7pPr>
            <a:lvl8pPr marL="4725071" indent="0">
              <a:buNone/>
              <a:defRPr sz="2362">
                <a:solidFill>
                  <a:schemeClr val="tx1">
                    <a:tint val="82000"/>
                  </a:schemeClr>
                </a:solidFill>
              </a:defRPr>
            </a:lvl8pPr>
            <a:lvl9pPr marL="5400081" indent="0">
              <a:buNone/>
              <a:defRPr sz="2362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B90F7B-D1FB-4C1A-BB3A-F7998FE53825}" type="datetimeFigureOut">
              <a:rPr lang="pt-BR" smtClean="0"/>
              <a:t>08/11/2025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A6751-61D4-4BCB-B18D-1F41E0E3A48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552730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237545" y="2874937"/>
            <a:ext cx="7650282" cy="6852350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9112836" y="2874937"/>
            <a:ext cx="7650282" cy="6852350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B90F7B-D1FB-4C1A-BB3A-F7998FE53825}" type="datetimeFigureOut">
              <a:rPr lang="pt-BR" smtClean="0"/>
              <a:t>08/11/2025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A6751-61D4-4BCB-B18D-1F41E0E3A48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1845187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39890" y="574988"/>
            <a:ext cx="15525572" cy="2087455"/>
          </a:xfrm>
        </p:spPr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39891" y="2647443"/>
            <a:ext cx="7615123" cy="1297471"/>
          </a:xfrm>
        </p:spPr>
        <p:txBody>
          <a:bodyPr anchor="b"/>
          <a:lstStyle>
            <a:lvl1pPr marL="0" indent="0">
              <a:buNone/>
              <a:defRPr sz="3543" b="1"/>
            </a:lvl1pPr>
            <a:lvl2pPr marL="675010" indent="0">
              <a:buNone/>
              <a:defRPr sz="2953" b="1"/>
            </a:lvl2pPr>
            <a:lvl3pPr marL="1350020" indent="0">
              <a:buNone/>
              <a:defRPr sz="2658" b="1"/>
            </a:lvl3pPr>
            <a:lvl4pPr marL="2025030" indent="0">
              <a:buNone/>
              <a:defRPr sz="2362" b="1"/>
            </a:lvl4pPr>
            <a:lvl5pPr marL="2700040" indent="0">
              <a:buNone/>
              <a:defRPr sz="2362" b="1"/>
            </a:lvl5pPr>
            <a:lvl6pPr marL="3375050" indent="0">
              <a:buNone/>
              <a:defRPr sz="2362" b="1"/>
            </a:lvl6pPr>
            <a:lvl7pPr marL="4050060" indent="0">
              <a:buNone/>
              <a:defRPr sz="2362" b="1"/>
            </a:lvl7pPr>
            <a:lvl8pPr marL="4725071" indent="0">
              <a:buNone/>
              <a:defRPr sz="2362" b="1"/>
            </a:lvl8pPr>
            <a:lvl9pPr marL="5400081" indent="0">
              <a:buNone/>
              <a:defRPr sz="2362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239891" y="3944914"/>
            <a:ext cx="7615123" cy="5802373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9112836" y="2647443"/>
            <a:ext cx="7652626" cy="1297471"/>
          </a:xfrm>
        </p:spPr>
        <p:txBody>
          <a:bodyPr anchor="b"/>
          <a:lstStyle>
            <a:lvl1pPr marL="0" indent="0">
              <a:buNone/>
              <a:defRPr sz="3543" b="1"/>
            </a:lvl1pPr>
            <a:lvl2pPr marL="675010" indent="0">
              <a:buNone/>
              <a:defRPr sz="2953" b="1"/>
            </a:lvl2pPr>
            <a:lvl3pPr marL="1350020" indent="0">
              <a:buNone/>
              <a:defRPr sz="2658" b="1"/>
            </a:lvl3pPr>
            <a:lvl4pPr marL="2025030" indent="0">
              <a:buNone/>
              <a:defRPr sz="2362" b="1"/>
            </a:lvl4pPr>
            <a:lvl5pPr marL="2700040" indent="0">
              <a:buNone/>
              <a:defRPr sz="2362" b="1"/>
            </a:lvl5pPr>
            <a:lvl6pPr marL="3375050" indent="0">
              <a:buNone/>
              <a:defRPr sz="2362" b="1"/>
            </a:lvl6pPr>
            <a:lvl7pPr marL="4050060" indent="0">
              <a:buNone/>
              <a:defRPr sz="2362" b="1"/>
            </a:lvl7pPr>
            <a:lvl8pPr marL="4725071" indent="0">
              <a:buNone/>
              <a:defRPr sz="2362" b="1"/>
            </a:lvl8pPr>
            <a:lvl9pPr marL="5400081" indent="0">
              <a:buNone/>
              <a:defRPr sz="2362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9112836" y="3944914"/>
            <a:ext cx="7652626" cy="5802373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B90F7B-D1FB-4C1A-BB3A-F7998FE53825}" type="datetimeFigureOut">
              <a:rPr lang="pt-BR" smtClean="0"/>
              <a:t>08/11/2025</a:t>
            </a:fld>
            <a:endParaRPr lang="pt-B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A6751-61D4-4BCB-B18D-1F41E0E3A48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8252312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B90F7B-D1FB-4C1A-BB3A-F7998FE53825}" type="datetimeFigureOut">
              <a:rPr lang="pt-BR" smtClean="0"/>
              <a:t>08/11/2025</a:t>
            </a:fld>
            <a:endParaRPr lang="pt-B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A6751-61D4-4BCB-B18D-1F41E0E3A48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1918438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B90F7B-D1FB-4C1A-BB3A-F7998FE53825}" type="datetimeFigureOut">
              <a:rPr lang="pt-BR" smtClean="0"/>
              <a:t>08/11/2025</a:t>
            </a:fld>
            <a:endParaRPr lang="pt-BR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A6751-61D4-4BCB-B18D-1F41E0E3A48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7871074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39891" y="719984"/>
            <a:ext cx="5805682" cy="2519945"/>
          </a:xfrm>
        </p:spPr>
        <p:txBody>
          <a:bodyPr anchor="b"/>
          <a:lstStyle>
            <a:lvl1pPr>
              <a:defRPr sz="4724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652626" y="1554966"/>
            <a:ext cx="9112836" cy="7674832"/>
          </a:xfrm>
        </p:spPr>
        <p:txBody>
          <a:bodyPr/>
          <a:lstStyle>
            <a:lvl1pPr>
              <a:defRPr sz="4724"/>
            </a:lvl1pPr>
            <a:lvl2pPr>
              <a:defRPr sz="4134"/>
            </a:lvl2pPr>
            <a:lvl3pPr>
              <a:defRPr sz="3543"/>
            </a:lvl3pPr>
            <a:lvl4pPr>
              <a:defRPr sz="2953"/>
            </a:lvl4pPr>
            <a:lvl5pPr>
              <a:defRPr sz="2953"/>
            </a:lvl5pPr>
            <a:lvl6pPr>
              <a:defRPr sz="2953"/>
            </a:lvl6pPr>
            <a:lvl7pPr>
              <a:defRPr sz="2953"/>
            </a:lvl7pPr>
            <a:lvl8pPr>
              <a:defRPr sz="2953"/>
            </a:lvl8pPr>
            <a:lvl9pPr>
              <a:defRPr sz="2953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239891" y="3239929"/>
            <a:ext cx="5805682" cy="6002369"/>
          </a:xfrm>
        </p:spPr>
        <p:txBody>
          <a:bodyPr/>
          <a:lstStyle>
            <a:lvl1pPr marL="0" indent="0">
              <a:buNone/>
              <a:defRPr sz="2362"/>
            </a:lvl1pPr>
            <a:lvl2pPr marL="675010" indent="0">
              <a:buNone/>
              <a:defRPr sz="2067"/>
            </a:lvl2pPr>
            <a:lvl3pPr marL="1350020" indent="0">
              <a:buNone/>
              <a:defRPr sz="1772"/>
            </a:lvl3pPr>
            <a:lvl4pPr marL="2025030" indent="0">
              <a:buNone/>
              <a:defRPr sz="1476"/>
            </a:lvl4pPr>
            <a:lvl5pPr marL="2700040" indent="0">
              <a:buNone/>
              <a:defRPr sz="1476"/>
            </a:lvl5pPr>
            <a:lvl6pPr marL="3375050" indent="0">
              <a:buNone/>
              <a:defRPr sz="1476"/>
            </a:lvl6pPr>
            <a:lvl7pPr marL="4050060" indent="0">
              <a:buNone/>
              <a:defRPr sz="1476"/>
            </a:lvl7pPr>
            <a:lvl8pPr marL="4725071" indent="0">
              <a:buNone/>
              <a:defRPr sz="1476"/>
            </a:lvl8pPr>
            <a:lvl9pPr marL="5400081" indent="0">
              <a:buNone/>
              <a:defRPr sz="1476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B90F7B-D1FB-4C1A-BB3A-F7998FE53825}" type="datetimeFigureOut">
              <a:rPr lang="pt-BR" smtClean="0"/>
              <a:t>08/11/2025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A6751-61D4-4BCB-B18D-1F41E0E3A48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9094906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39891" y="719984"/>
            <a:ext cx="5805682" cy="2519945"/>
          </a:xfrm>
        </p:spPr>
        <p:txBody>
          <a:bodyPr anchor="b"/>
          <a:lstStyle>
            <a:lvl1pPr>
              <a:defRPr sz="4724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652626" y="1554966"/>
            <a:ext cx="9112836" cy="7674832"/>
          </a:xfrm>
        </p:spPr>
        <p:txBody>
          <a:bodyPr anchor="t"/>
          <a:lstStyle>
            <a:lvl1pPr marL="0" indent="0">
              <a:buNone/>
              <a:defRPr sz="4724"/>
            </a:lvl1pPr>
            <a:lvl2pPr marL="675010" indent="0">
              <a:buNone/>
              <a:defRPr sz="4134"/>
            </a:lvl2pPr>
            <a:lvl3pPr marL="1350020" indent="0">
              <a:buNone/>
              <a:defRPr sz="3543"/>
            </a:lvl3pPr>
            <a:lvl4pPr marL="2025030" indent="0">
              <a:buNone/>
              <a:defRPr sz="2953"/>
            </a:lvl4pPr>
            <a:lvl5pPr marL="2700040" indent="0">
              <a:buNone/>
              <a:defRPr sz="2953"/>
            </a:lvl5pPr>
            <a:lvl6pPr marL="3375050" indent="0">
              <a:buNone/>
              <a:defRPr sz="2953"/>
            </a:lvl6pPr>
            <a:lvl7pPr marL="4050060" indent="0">
              <a:buNone/>
              <a:defRPr sz="2953"/>
            </a:lvl7pPr>
            <a:lvl8pPr marL="4725071" indent="0">
              <a:buNone/>
              <a:defRPr sz="2953"/>
            </a:lvl8pPr>
            <a:lvl9pPr marL="5400081" indent="0">
              <a:buNone/>
              <a:defRPr sz="2953"/>
            </a:lvl9pPr>
          </a:lstStyle>
          <a:p>
            <a:r>
              <a:rPr lang="pt-BR"/>
              <a:t>Clique no ícone para adicionar uma imagem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239891" y="3239929"/>
            <a:ext cx="5805682" cy="6002369"/>
          </a:xfrm>
        </p:spPr>
        <p:txBody>
          <a:bodyPr/>
          <a:lstStyle>
            <a:lvl1pPr marL="0" indent="0">
              <a:buNone/>
              <a:defRPr sz="2362"/>
            </a:lvl1pPr>
            <a:lvl2pPr marL="675010" indent="0">
              <a:buNone/>
              <a:defRPr sz="2067"/>
            </a:lvl2pPr>
            <a:lvl3pPr marL="1350020" indent="0">
              <a:buNone/>
              <a:defRPr sz="1772"/>
            </a:lvl3pPr>
            <a:lvl4pPr marL="2025030" indent="0">
              <a:buNone/>
              <a:defRPr sz="1476"/>
            </a:lvl4pPr>
            <a:lvl5pPr marL="2700040" indent="0">
              <a:buNone/>
              <a:defRPr sz="1476"/>
            </a:lvl5pPr>
            <a:lvl6pPr marL="3375050" indent="0">
              <a:buNone/>
              <a:defRPr sz="1476"/>
            </a:lvl6pPr>
            <a:lvl7pPr marL="4050060" indent="0">
              <a:buNone/>
              <a:defRPr sz="1476"/>
            </a:lvl7pPr>
            <a:lvl8pPr marL="4725071" indent="0">
              <a:buNone/>
              <a:defRPr sz="1476"/>
            </a:lvl8pPr>
            <a:lvl9pPr marL="5400081" indent="0">
              <a:buNone/>
              <a:defRPr sz="1476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B90F7B-D1FB-4C1A-BB3A-F7998FE53825}" type="datetimeFigureOut">
              <a:rPr lang="pt-BR" smtClean="0"/>
              <a:t>08/11/2025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A6751-61D4-4BCB-B18D-1F41E0E3A48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27303890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B90F7B-D1FB-4C1A-BB3A-F7998FE53825}" type="datetimeFigureOut">
              <a:rPr lang="pt-BR" smtClean="0"/>
              <a:t>08/11/2025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A6751-61D4-4BCB-B18D-1F41E0E3A48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8170640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2881724" y="574987"/>
            <a:ext cx="3881393" cy="9152300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237545" y="574987"/>
            <a:ext cx="11419171" cy="9152300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B90F7B-D1FB-4C1A-BB3A-F7998FE53825}" type="datetimeFigureOut">
              <a:rPr lang="pt-BR" smtClean="0"/>
              <a:t>08/11/2025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A6751-61D4-4BCB-B18D-1F41E0E3A48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189132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237546" y="574988"/>
            <a:ext cx="15525572" cy="208745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37546" y="2874937"/>
            <a:ext cx="15525572" cy="685235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237546" y="10009781"/>
            <a:ext cx="4050149" cy="57498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772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6B90F7B-D1FB-4C1A-BB3A-F7998FE53825}" type="datetimeFigureOut">
              <a:rPr lang="pt-BR" smtClean="0"/>
              <a:t>08/11/2025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962720" y="10009781"/>
            <a:ext cx="6075224" cy="57498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772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2712968" y="10009781"/>
            <a:ext cx="4050149" cy="57498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772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E2A6751-61D4-4BCB-B18D-1F41E0E3A48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5438461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57" r:id="rId1"/>
    <p:sldLayoutId id="2147483758" r:id="rId2"/>
    <p:sldLayoutId id="2147483759" r:id="rId3"/>
    <p:sldLayoutId id="2147483760" r:id="rId4"/>
    <p:sldLayoutId id="2147483761" r:id="rId5"/>
    <p:sldLayoutId id="2147483762" r:id="rId6"/>
    <p:sldLayoutId id="2147483763" r:id="rId7"/>
    <p:sldLayoutId id="2147483764" r:id="rId8"/>
    <p:sldLayoutId id="2147483765" r:id="rId9"/>
    <p:sldLayoutId id="2147483766" r:id="rId10"/>
    <p:sldLayoutId id="2147483767" r:id="rId11"/>
  </p:sldLayoutIdLst>
  <p:txStyles>
    <p:titleStyle>
      <a:lvl1pPr algn="l" defTabSz="1350020" rtl="0" eaLnBrk="1" latinLnBrk="0" hangingPunct="1">
        <a:lnSpc>
          <a:spcPct val="90000"/>
        </a:lnSpc>
        <a:spcBef>
          <a:spcPct val="0"/>
        </a:spcBef>
        <a:buNone/>
        <a:defRPr sz="6496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37505" indent="-337505" algn="l" defTabSz="1350020" rtl="0" eaLnBrk="1" latinLnBrk="0" hangingPunct="1">
        <a:lnSpc>
          <a:spcPct val="90000"/>
        </a:lnSpc>
        <a:spcBef>
          <a:spcPts val="1476"/>
        </a:spcBef>
        <a:buFont typeface="Arial" panose="020B0604020202020204" pitchFamily="34" charset="0"/>
        <a:buChar char="•"/>
        <a:defRPr sz="4134" kern="1200">
          <a:solidFill>
            <a:schemeClr val="tx1"/>
          </a:solidFill>
          <a:latin typeface="+mn-lt"/>
          <a:ea typeface="+mn-ea"/>
          <a:cs typeface="+mn-cs"/>
        </a:defRPr>
      </a:lvl1pPr>
      <a:lvl2pPr marL="1012515" indent="-337505" algn="l" defTabSz="1350020" rtl="0" eaLnBrk="1" latinLnBrk="0" hangingPunct="1">
        <a:lnSpc>
          <a:spcPct val="90000"/>
        </a:lnSpc>
        <a:spcBef>
          <a:spcPts val="738"/>
        </a:spcBef>
        <a:buFont typeface="Arial" panose="020B0604020202020204" pitchFamily="34" charset="0"/>
        <a:buChar char="•"/>
        <a:defRPr sz="3543" kern="1200">
          <a:solidFill>
            <a:schemeClr val="tx1"/>
          </a:solidFill>
          <a:latin typeface="+mn-lt"/>
          <a:ea typeface="+mn-ea"/>
          <a:cs typeface="+mn-cs"/>
        </a:defRPr>
      </a:lvl2pPr>
      <a:lvl3pPr marL="1687525" indent="-337505" algn="l" defTabSz="1350020" rtl="0" eaLnBrk="1" latinLnBrk="0" hangingPunct="1">
        <a:lnSpc>
          <a:spcPct val="90000"/>
        </a:lnSpc>
        <a:spcBef>
          <a:spcPts val="738"/>
        </a:spcBef>
        <a:buFont typeface="Arial" panose="020B0604020202020204" pitchFamily="34" charset="0"/>
        <a:buChar char="•"/>
        <a:defRPr sz="2953" kern="1200">
          <a:solidFill>
            <a:schemeClr val="tx1"/>
          </a:solidFill>
          <a:latin typeface="+mn-lt"/>
          <a:ea typeface="+mn-ea"/>
          <a:cs typeface="+mn-cs"/>
        </a:defRPr>
      </a:lvl3pPr>
      <a:lvl4pPr marL="2362535" indent="-337505" algn="l" defTabSz="1350020" rtl="0" eaLnBrk="1" latinLnBrk="0" hangingPunct="1">
        <a:lnSpc>
          <a:spcPct val="90000"/>
        </a:lnSpc>
        <a:spcBef>
          <a:spcPts val="738"/>
        </a:spcBef>
        <a:buFont typeface="Arial" panose="020B0604020202020204" pitchFamily="34" charset="0"/>
        <a:buChar char="•"/>
        <a:defRPr sz="2658" kern="1200">
          <a:solidFill>
            <a:schemeClr val="tx1"/>
          </a:solidFill>
          <a:latin typeface="+mn-lt"/>
          <a:ea typeface="+mn-ea"/>
          <a:cs typeface="+mn-cs"/>
        </a:defRPr>
      </a:lvl4pPr>
      <a:lvl5pPr marL="3037545" indent="-337505" algn="l" defTabSz="1350020" rtl="0" eaLnBrk="1" latinLnBrk="0" hangingPunct="1">
        <a:lnSpc>
          <a:spcPct val="90000"/>
        </a:lnSpc>
        <a:spcBef>
          <a:spcPts val="738"/>
        </a:spcBef>
        <a:buFont typeface="Arial" panose="020B0604020202020204" pitchFamily="34" charset="0"/>
        <a:buChar char="•"/>
        <a:defRPr sz="2658" kern="1200">
          <a:solidFill>
            <a:schemeClr val="tx1"/>
          </a:solidFill>
          <a:latin typeface="+mn-lt"/>
          <a:ea typeface="+mn-ea"/>
          <a:cs typeface="+mn-cs"/>
        </a:defRPr>
      </a:lvl5pPr>
      <a:lvl6pPr marL="3712555" indent="-337505" algn="l" defTabSz="1350020" rtl="0" eaLnBrk="1" latinLnBrk="0" hangingPunct="1">
        <a:lnSpc>
          <a:spcPct val="90000"/>
        </a:lnSpc>
        <a:spcBef>
          <a:spcPts val="738"/>
        </a:spcBef>
        <a:buFont typeface="Arial" panose="020B0604020202020204" pitchFamily="34" charset="0"/>
        <a:buChar char="•"/>
        <a:defRPr sz="2658" kern="1200">
          <a:solidFill>
            <a:schemeClr val="tx1"/>
          </a:solidFill>
          <a:latin typeface="+mn-lt"/>
          <a:ea typeface="+mn-ea"/>
          <a:cs typeface="+mn-cs"/>
        </a:defRPr>
      </a:lvl6pPr>
      <a:lvl7pPr marL="4387566" indent="-337505" algn="l" defTabSz="1350020" rtl="0" eaLnBrk="1" latinLnBrk="0" hangingPunct="1">
        <a:lnSpc>
          <a:spcPct val="90000"/>
        </a:lnSpc>
        <a:spcBef>
          <a:spcPts val="738"/>
        </a:spcBef>
        <a:buFont typeface="Arial" panose="020B0604020202020204" pitchFamily="34" charset="0"/>
        <a:buChar char="•"/>
        <a:defRPr sz="2658" kern="1200">
          <a:solidFill>
            <a:schemeClr val="tx1"/>
          </a:solidFill>
          <a:latin typeface="+mn-lt"/>
          <a:ea typeface="+mn-ea"/>
          <a:cs typeface="+mn-cs"/>
        </a:defRPr>
      </a:lvl7pPr>
      <a:lvl8pPr marL="5062576" indent="-337505" algn="l" defTabSz="1350020" rtl="0" eaLnBrk="1" latinLnBrk="0" hangingPunct="1">
        <a:lnSpc>
          <a:spcPct val="90000"/>
        </a:lnSpc>
        <a:spcBef>
          <a:spcPts val="738"/>
        </a:spcBef>
        <a:buFont typeface="Arial" panose="020B0604020202020204" pitchFamily="34" charset="0"/>
        <a:buChar char="•"/>
        <a:defRPr sz="2658" kern="1200">
          <a:solidFill>
            <a:schemeClr val="tx1"/>
          </a:solidFill>
          <a:latin typeface="+mn-lt"/>
          <a:ea typeface="+mn-ea"/>
          <a:cs typeface="+mn-cs"/>
        </a:defRPr>
      </a:lvl8pPr>
      <a:lvl9pPr marL="5737586" indent="-337505" algn="l" defTabSz="1350020" rtl="0" eaLnBrk="1" latinLnBrk="0" hangingPunct="1">
        <a:lnSpc>
          <a:spcPct val="90000"/>
        </a:lnSpc>
        <a:spcBef>
          <a:spcPts val="738"/>
        </a:spcBef>
        <a:buFont typeface="Arial" panose="020B0604020202020204" pitchFamily="34" charset="0"/>
        <a:buChar char="•"/>
        <a:defRPr sz="2658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350020" rtl="0" eaLnBrk="1" latinLnBrk="0" hangingPunct="1">
        <a:defRPr sz="2658" kern="1200">
          <a:solidFill>
            <a:schemeClr val="tx1"/>
          </a:solidFill>
          <a:latin typeface="+mn-lt"/>
          <a:ea typeface="+mn-ea"/>
          <a:cs typeface="+mn-cs"/>
        </a:defRPr>
      </a:lvl1pPr>
      <a:lvl2pPr marL="675010" algn="l" defTabSz="1350020" rtl="0" eaLnBrk="1" latinLnBrk="0" hangingPunct="1">
        <a:defRPr sz="2658" kern="1200">
          <a:solidFill>
            <a:schemeClr val="tx1"/>
          </a:solidFill>
          <a:latin typeface="+mn-lt"/>
          <a:ea typeface="+mn-ea"/>
          <a:cs typeface="+mn-cs"/>
        </a:defRPr>
      </a:lvl2pPr>
      <a:lvl3pPr marL="1350020" algn="l" defTabSz="1350020" rtl="0" eaLnBrk="1" latinLnBrk="0" hangingPunct="1">
        <a:defRPr sz="2658" kern="1200">
          <a:solidFill>
            <a:schemeClr val="tx1"/>
          </a:solidFill>
          <a:latin typeface="+mn-lt"/>
          <a:ea typeface="+mn-ea"/>
          <a:cs typeface="+mn-cs"/>
        </a:defRPr>
      </a:lvl3pPr>
      <a:lvl4pPr marL="2025030" algn="l" defTabSz="1350020" rtl="0" eaLnBrk="1" latinLnBrk="0" hangingPunct="1">
        <a:defRPr sz="2658" kern="1200">
          <a:solidFill>
            <a:schemeClr val="tx1"/>
          </a:solidFill>
          <a:latin typeface="+mn-lt"/>
          <a:ea typeface="+mn-ea"/>
          <a:cs typeface="+mn-cs"/>
        </a:defRPr>
      </a:lvl4pPr>
      <a:lvl5pPr marL="2700040" algn="l" defTabSz="1350020" rtl="0" eaLnBrk="1" latinLnBrk="0" hangingPunct="1">
        <a:defRPr sz="2658" kern="1200">
          <a:solidFill>
            <a:schemeClr val="tx1"/>
          </a:solidFill>
          <a:latin typeface="+mn-lt"/>
          <a:ea typeface="+mn-ea"/>
          <a:cs typeface="+mn-cs"/>
        </a:defRPr>
      </a:lvl5pPr>
      <a:lvl6pPr marL="3375050" algn="l" defTabSz="1350020" rtl="0" eaLnBrk="1" latinLnBrk="0" hangingPunct="1">
        <a:defRPr sz="2658" kern="1200">
          <a:solidFill>
            <a:schemeClr val="tx1"/>
          </a:solidFill>
          <a:latin typeface="+mn-lt"/>
          <a:ea typeface="+mn-ea"/>
          <a:cs typeface="+mn-cs"/>
        </a:defRPr>
      </a:lvl6pPr>
      <a:lvl7pPr marL="4050060" algn="l" defTabSz="1350020" rtl="0" eaLnBrk="1" latinLnBrk="0" hangingPunct="1">
        <a:defRPr sz="2658" kern="1200">
          <a:solidFill>
            <a:schemeClr val="tx1"/>
          </a:solidFill>
          <a:latin typeface="+mn-lt"/>
          <a:ea typeface="+mn-ea"/>
          <a:cs typeface="+mn-cs"/>
        </a:defRPr>
      </a:lvl7pPr>
      <a:lvl8pPr marL="4725071" algn="l" defTabSz="1350020" rtl="0" eaLnBrk="1" latinLnBrk="0" hangingPunct="1">
        <a:defRPr sz="2658" kern="1200">
          <a:solidFill>
            <a:schemeClr val="tx1"/>
          </a:solidFill>
          <a:latin typeface="+mn-lt"/>
          <a:ea typeface="+mn-ea"/>
          <a:cs typeface="+mn-cs"/>
        </a:defRPr>
      </a:lvl8pPr>
      <a:lvl9pPr marL="5400081" algn="l" defTabSz="1350020" rtl="0" eaLnBrk="1" latinLnBrk="0" hangingPunct="1">
        <a:defRPr sz="2658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293354">
            <a:alpha val="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9" name="Agrupar 28">
            <a:extLst>
              <a:ext uri="{FF2B5EF4-FFF2-40B4-BE49-F238E27FC236}">
                <a16:creationId xmlns:a16="http://schemas.microsoft.com/office/drawing/2014/main" id="{6B8A6658-7739-135C-0E40-17C1C72C6370}"/>
              </a:ext>
            </a:extLst>
          </p:cNvPr>
          <p:cNvGrpSpPr/>
          <p:nvPr/>
        </p:nvGrpSpPr>
        <p:grpSpPr>
          <a:xfrm>
            <a:off x="142875" y="-1"/>
            <a:ext cx="17730788" cy="10799763"/>
            <a:chOff x="1" y="-1"/>
            <a:chExt cx="18000662" cy="10799763"/>
          </a:xfrm>
        </p:grpSpPr>
        <p:sp>
          <p:nvSpPr>
            <p:cNvPr id="26" name="Retângulo: Cantos Arredondados 25">
              <a:extLst>
                <a:ext uri="{FF2B5EF4-FFF2-40B4-BE49-F238E27FC236}">
                  <a16:creationId xmlns:a16="http://schemas.microsoft.com/office/drawing/2014/main" id="{19596D78-7AD8-A837-6C35-F1EC8913E405}"/>
                </a:ext>
              </a:extLst>
            </p:cNvPr>
            <p:cNvSpPr/>
            <p:nvPr/>
          </p:nvSpPr>
          <p:spPr>
            <a:xfrm>
              <a:off x="1" y="-1"/>
              <a:ext cx="18000662" cy="10799763"/>
            </a:xfrm>
            <a:prstGeom prst="roundRect">
              <a:avLst>
                <a:gd name="adj" fmla="val 17461"/>
              </a:avLst>
            </a:prstGeom>
            <a:noFill/>
            <a:ln w="254000">
              <a:solidFill>
                <a:srgbClr val="EB0039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pic>
          <p:nvPicPr>
            <p:cNvPr id="28" name="Imagem 27" descr="Ícone&#10;&#10;O conteúdo gerado por IA pode estar incorreto.">
              <a:extLst>
                <a:ext uri="{FF2B5EF4-FFF2-40B4-BE49-F238E27FC236}">
                  <a16:creationId xmlns:a16="http://schemas.microsoft.com/office/drawing/2014/main" id="{2CB71402-2581-1065-D909-391CE821672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90049" y="3771899"/>
              <a:ext cx="3353289" cy="3357564"/>
            </a:xfrm>
            <a:prstGeom prst="rect">
              <a:avLst/>
            </a:prstGeom>
            <a:ln>
              <a:noFill/>
            </a:ln>
          </p:spPr>
        </p:pic>
      </p:grpSp>
    </p:spTree>
    <p:extLst>
      <p:ext uri="{BB962C8B-B14F-4D97-AF65-F5344CB8AC3E}">
        <p14:creationId xmlns:p14="http://schemas.microsoft.com/office/powerpoint/2010/main" val="16589402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Tema do Office">
  <a:themeElements>
    <a:clrScheme name="Tema do 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Tema do 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Tema do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204</TotalTime>
  <Words>0</Words>
  <Application>Microsoft Office PowerPoint</Application>
  <PresentationFormat>Personalizar</PresentationFormat>
  <Paragraphs>0</Paragraphs>
  <Slides>1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Tema do Office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Henrique Capristano</dc:creator>
  <cp:lastModifiedBy>Henrique Capristano</cp:lastModifiedBy>
  <cp:revision>6</cp:revision>
  <dcterms:created xsi:type="dcterms:W3CDTF">2025-11-08T22:31:56Z</dcterms:created>
  <dcterms:modified xsi:type="dcterms:W3CDTF">2025-11-09T01:56:35Z</dcterms:modified>
</cp:coreProperties>
</file>