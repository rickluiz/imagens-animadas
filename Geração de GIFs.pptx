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39"/>
    <a:srgbClr val="EB7900"/>
    <a:srgbClr val="FBBC04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F091B4C-407A-53BF-8FBF-BCD42F15CB29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201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ACE0-D71C-99D7-192C-3596DC2C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B5C796-FB7E-5359-68EF-45446616F67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EB00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67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</TotalTime>
  <Words>0</Words>
  <Application>Microsoft Office PowerPoint</Application>
  <PresentationFormat>Personalizar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8</cp:revision>
  <dcterms:created xsi:type="dcterms:W3CDTF">2025-11-08T22:31:56Z</dcterms:created>
  <dcterms:modified xsi:type="dcterms:W3CDTF">2025-11-14T18:20:20Z</dcterms:modified>
</cp:coreProperties>
</file>