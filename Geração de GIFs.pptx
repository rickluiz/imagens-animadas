
<file path=[Content_Types].xml><?xml version="1.0" encoding="utf-8"?>
<Types xmlns="http://schemas.openxmlformats.org/package/2006/content-types"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<Relationship Id="rId3" Type="http://schemas.openxmlformats.org/package/2006/relationships/metadata/core-properties" Target="docProps/core.xml"/><Relationship Id="rId2" Type="http://schemas.openxmlformats.org/package/2006/relationships/metadata/thumbnail" Target="docProps/thumbnail.jpeg"/><Relationship Id="rId1" Type="http://schemas.openxmlformats.org/officeDocument/2006/relationships/officeDocument" Target="ppt/presentation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756" r:id="rId1"/>
  </p:sldMasterIdLst>
  <p:sldIdLst>
    <p:sldId id="256" r:id="rId2"/>
    <p:sldId id="257" r:id="rId3"/>
    <p:sldId id="258" r:id="rId4"/>
    <p:sldId id="259" r:id="rId5"/>
    <p:sldId id="260" r:id="rId6"/>
  </p:sldIdLst>
  <p:sldSz cx="18000663" cy="1079976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EB0039"/>
    <a:srgbClr val="EB7900"/>
    <a:srgbClr val="FBBC04"/>
    <a:srgbClr val="293354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32767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5903" autoAdjust="0"/>
    <p:restoredTop sz="94660"/>
  </p:normalViewPr>
  <p:slideViewPr>
    <p:cSldViewPr snapToGrid="0">
      <p:cViewPr varScale="1">
        <p:scale>
          <a:sx n="58" d="100"/>
          <a:sy n="58" d="100"/>
        </p:scale>
        <p:origin x="1013" y="58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
<Relationships xmlns="http://schemas.openxmlformats.org/package/2006/relationships"><Relationship Id="rId8" Type="http://schemas.openxmlformats.org/officeDocument/2006/relationships/viewProps" Target="viewProps.xml"/><Relationship Id="rId3" Type="http://schemas.openxmlformats.org/officeDocument/2006/relationships/slide" Target="slides/slide2.xml"/><Relationship Id="rId7" Type="http://schemas.openxmlformats.org/officeDocument/2006/relationships/presProps" Target="presProps.xml"/><Relationship Id="rId2" Type="http://schemas.openxmlformats.org/officeDocument/2006/relationships/slide" Target="slides/slide1.xml"/><Relationship Id="rId1" Type="http://schemas.openxmlformats.org/officeDocument/2006/relationships/slideMaster" Target="slideMasters/slideMaster1.xml"/><Relationship Id="rId6" Type="http://schemas.openxmlformats.org/officeDocument/2006/relationships/slide" Target="slides/slide5.xml"/><Relationship Id="rId5" Type="http://schemas.openxmlformats.org/officeDocument/2006/relationships/slide" Target="slides/slide4.xml"/><Relationship Id="rId10" Type="http://schemas.openxmlformats.org/officeDocument/2006/relationships/tableStyles" Target="tableStyles.xml"/><Relationship Id="rId4" Type="http://schemas.openxmlformats.org/officeDocument/2006/relationships/slide" Target="slides/slide3.xml"/><Relationship Id="rId9" Type="http://schemas.openxmlformats.org/officeDocument/2006/relationships/theme" Target="theme/theme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Slide d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2250083" y="1767462"/>
            <a:ext cx="13500497" cy="3759917"/>
          </a:xfrm>
        </p:spPr>
        <p:txBody>
          <a:bodyPr anchor="b"/>
          <a:lstStyle>
            <a:lvl1pPr algn="ctr"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250083" y="5672376"/>
            <a:ext cx="13500497" cy="2607442"/>
          </a:xfrm>
        </p:spPr>
        <p:txBody>
          <a:bodyPr/>
          <a:lstStyle>
            <a:lvl1pPr marL="0" indent="0" algn="ctr">
              <a:buNone/>
              <a:defRPr sz="3543"/>
            </a:lvl1pPr>
            <a:lvl2pPr marL="675010" indent="0" algn="ctr">
              <a:buNone/>
              <a:defRPr sz="2953"/>
            </a:lvl2pPr>
            <a:lvl3pPr marL="1350020" indent="0" algn="ctr">
              <a:buNone/>
              <a:defRPr sz="2658"/>
            </a:lvl3pPr>
            <a:lvl4pPr marL="2025030" indent="0" algn="ctr">
              <a:buNone/>
              <a:defRPr sz="2362"/>
            </a:lvl4pPr>
            <a:lvl5pPr marL="2700040" indent="0" algn="ctr">
              <a:buNone/>
              <a:defRPr sz="2362"/>
            </a:lvl5pPr>
            <a:lvl6pPr marL="3375050" indent="0" algn="ctr">
              <a:buNone/>
              <a:defRPr sz="2362"/>
            </a:lvl6pPr>
            <a:lvl7pPr marL="4050060" indent="0" algn="ctr">
              <a:buNone/>
              <a:defRPr sz="2362"/>
            </a:lvl7pPr>
            <a:lvl8pPr marL="4725071" indent="0" algn="ctr">
              <a:buNone/>
              <a:defRPr sz="2362"/>
            </a:lvl8pPr>
            <a:lvl9pPr marL="5400081" indent="0" algn="ctr">
              <a:buNone/>
              <a:defRPr sz="2362"/>
            </a:lvl9pPr>
          </a:lstStyle>
          <a:p>
            <a:r>
              <a:rPr lang="pt-BR"/>
              <a:t>Clique para editar o estilo do subtítulo Mestre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76073212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ítulo 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35009711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Cabeçalho da Se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28170" y="2692442"/>
            <a:ext cx="15525572" cy="4492401"/>
          </a:xfrm>
        </p:spPr>
        <p:txBody>
          <a:bodyPr anchor="b"/>
          <a:lstStyle>
            <a:lvl1pPr>
              <a:defRPr sz="8858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28170" y="7227343"/>
            <a:ext cx="15525572" cy="2362447"/>
          </a:xfrm>
        </p:spPr>
        <p:txBody>
          <a:bodyPr/>
          <a:lstStyle>
            <a:lvl1pPr marL="0" indent="0">
              <a:buNone/>
              <a:defRPr sz="3543">
                <a:solidFill>
                  <a:schemeClr val="tx1">
                    <a:tint val="82000"/>
                  </a:schemeClr>
                </a:solidFill>
              </a:defRPr>
            </a:lvl1pPr>
            <a:lvl2pPr marL="675010" indent="0">
              <a:buNone/>
              <a:defRPr sz="2953">
                <a:solidFill>
                  <a:schemeClr val="tx1">
                    <a:tint val="82000"/>
                  </a:schemeClr>
                </a:solidFill>
              </a:defRPr>
            </a:lvl2pPr>
            <a:lvl3pPr marL="1350020" indent="0">
              <a:buNone/>
              <a:defRPr sz="2658">
                <a:solidFill>
                  <a:schemeClr val="tx1">
                    <a:tint val="82000"/>
                  </a:schemeClr>
                </a:solidFill>
              </a:defRPr>
            </a:lvl3pPr>
            <a:lvl4pPr marL="202503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4pPr>
            <a:lvl5pPr marL="270004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5pPr>
            <a:lvl6pPr marL="337505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6pPr>
            <a:lvl7pPr marL="4050060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7pPr>
            <a:lvl8pPr marL="472507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8pPr>
            <a:lvl9pPr marL="5400081" indent="0">
              <a:buNone/>
              <a:defRPr sz="2362">
                <a:solidFill>
                  <a:schemeClr val="tx1">
                    <a:tint val="82000"/>
                  </a:schemeClr>
                </a:solidFill>
              </a:defRPr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2552730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Duas Partes de Conteúd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1237545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9112836" y="2874937"/>
            <a:ext cx="7650282" cy="6852350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418451876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açã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0" y="574988"/>
            <a:ext cx="15525572" cy="2087455"/>
          </a:xfrm>
        </p:spPr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9891" y="2647443"/>
            <a:ext cx="7615123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239891" y="3944914"/>
            <a:ext cx="7615123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9112836" y="2647443"/>
            <a:ext cx="7652626" cy="1297471"/>
          </a:xfrm>
        </p:spPr>
        <p:txBody>
          <a:bodyPr anchor="b"/>
          <a:lstStyle>
            <a:lvl1pPr marL="0" indent="0">
              <a:buNone/>
              <a:defRPr sz="3543" b="1"/>
            </a:lvl1pPr>
            <a:lvl2pPr marL="675010" indent="0">
              <a:buNone/>
              <a:defRPr sz="2953" b="1"/>
            </a:lvl2pPr>
            <a:lvl3pPr marL="1350020" indent="0">
              <a:buNone/>
              <a:defRPr sz="2658" b="1"/>
            </a:lvl3pPr>
            <a:lvl4pPr marL="2025030" indent="0">
              <a:buNone/>
              <a:defRPr sz="2362" b="1"/>
            </a:lvl4pPr>
            <a:lvl5pPr marL="2700040" indent="0">
              <a:buNone/>
              <a:defRPr sz="2362" b="1"/>
            </a:lvl5pPr>
            <a:lvl6pPr marL="3375050" indent="0">
              <a:buNone/>
              <a:defRPr sz="2362" b="1"/>
            </a:lvl6pPr>
            <a:lvl7pPr marL="4050060" indent="0">
              <a:buNone/>
              <a:defRPr sz="2362" b="1"/>
            </a:lvl7pPr>
            <a:lvl8pPr marL="4725071" indent="0">
              <a:buNone/>
              <a:defRPr sz="2362" b="1"/>
            </a:lvl8pPr>
            <a:lvl9pPr marL="5400081" indent="0">
              <a:buNone/>
              <a:defRPr sz="2362" b="1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9112836" y="3944914"/>
            <a:ext cx="7652626" cy="5802373"/>
          </a:xfrm>
        </p:spPr>
        <p:txBody>
          <a:bodyPr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982523129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Somente Títul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4191843858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Em Branco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7871074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údo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7652626" y="1554966"/>
            <a:ext cx="9112836" cy="7674832"/>
          </a:xfrm>
        </p:spPr>
        <p:txBody>
          <a:bodyPr/>
          <a:lstStyle>
            <a:lvl1pPr>
              <a:defRPr sz="4724"/>
            </a:lvl1pPr>
            <a:lvl2pPr>
              <a:defRPr sz="4134"/>
            </a:lvl2pPr>
            <a:lvl3pPr>
              <a:defRPr sz="3543"/>
            </a:lvl3pPr>
            <a:lvl4pPr>
              <a:defRPr sz="2953"/>
            </a:lvl4pPr>
            <a:lvl5pPr>
              <a:defRPr sz="2953"/>
            </a:lvl5pPr>
            <a:lvl6pPr>
              <a:defRPr sz="2953"/>
            </a:lvl6pPr>
            <a:lvl7pPr>
              <a:defRPr sz="2953"/>
            </a:lvl7pPr>
            <a:lvl8pPr>
              <a:defRPr sz="2953"/>
            </a:lvl8pPr>
            <a:lvl9pPr>
              <a:defRPr sz="2953"/>
            </a:lvl9pPr>
          </a:lstStyle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890949069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Imagem com Legenda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239891" y="719984"/>
            <a:ext cx="5805682" cy="2519945"/>
          </a:xfrm>
        </p:spPr>
        <p:txBody>
          <a:bodyPr anchor="b"/>
          <a:lstStyle>
            <a:lvl1pPr>
              <a:defRPr sz="4724"/>
            </a:lvl1pPr>
          </a:lstStyle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Picture Placeholder 2"/>
          <p:cNvSpPr>
            <a:spLocks noGrp="1" noChangeAspect="1"/>
          </p:cNvSpPr>
          <p:nvPr>
            <p:ph type="pic" idx="1"/>
          </p:nvPr>
        </p:nvSpPr>
        <p:spPr>
          <a:xfrm>
            <a:off x="7652626" y="1554966"/>
            <a:ext cx="9112836" cy="7674832"/>
          </a:xfrm>
        </p:spPr>
        <p:txBody>
          <a:bodyPr anchor="t"/>
          <a:lstStyle>
            <a:lvl1pPr marL="0" indent="0">
              <a:buNone/>
              <a:defRPr sz="4724"/>
            </a:lvl1pPr>
            <a:lvl2pPr marL="675010" indent="0">
              <a:buNone/>
              <a:defRPr sz="4134"/>
            </a:lvl2pPr>
            <a:lvl3pPr marL="1350020" indent="0">
              <a:buNone/>
              <a:defRPr sz="3543"/>
            </a:lvl3pPr>
            <a:lvl4pPr marL="2025030" indent="0">
              <a:buNone/>
              <a:defRPr sz="2953"/>
            </a:lvl4pPr>
            <a:lvl5pPr marL="2700040" indent="0">
              <a:buNone/>
              <a:defRPr sz="2953"/>
            </a:lvl5pPr>
            <a:lvl6pPr marL="3375050" indent="0">
              <a:buNone/>
              <a:defRPr sz="2953"/>
            </a:lvl6pPr>
            <a:lvl7pPr marL="4050060" indent="0">
              <a:buNone/>
              <a:defRPr sz="2953"/>
            </a:lvl7pPr>
            <a:lvl8pPr marL="4725071" indent="0">
              <a:buNone/>
              <a:defRPr sz="2953"/>
            </a:lvl8pPr>
            <a:lvl9pPr marL="5400081" indent="0">
              <a:buNone/>
              <a:defRPr sz="2953"/>
            </a:lvl9pPr>
          </a:lstStyle>
          <a:p>
            <a:r>
              <a:rPr lang="pt-BR"/>
              <a:t>Clique no ícone para adicionar uma imagem</a:t>
            </a:r>
            <a:endParaRPr lang="en-US" dirty="0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239891" y="3239929"/>
            <a:ext cx="5805682" cy="6002369"/>
          </a:xfrm>
        </p:spPr>
        <p:txBody>
          <a:bodyPr/>
          <a:lstStyle>
            <a:lvl1pPr marL="0" indent="0">
              <a:buNone/>
              <a:defRPr sz="2362"/>
            </a:lvl1pPr>
            <a:lvl2pPr marL="675010" indent="0">
              <a:buNone/>
              <a:defRPr sz="2067"/>
            </a:lvl2pPr>
            <a:lvl3pPr marL="1350020" indent="0">
              <a:buNone/>
              <a:defRPr sz="1772"/>
            </a:lvl3pPr>
            <a:lvl4pPr marL="2025030" indent="0">
              <a:buNone/>
              <a:defRPr sz="1476"/>
            </a:lvl4pPr>
            <a:lvl5pPr marL="2700040" indent="0">
              <a:buNone/>
              <a:defRPr sz="1476"/>
            </a:lvl5pPr>
            <a:lvl6pPr marL="3375050" indent="0">
              <a:buNone/>
              <a:defRPr sz="1476"/>
            </a:lvl6pPr>
            <a:lvl7pPr marL="4050060" indent="0">
              <a:buNone/>
              <a:defRPr sz="1476"/>
            </a:lvl7pPr>
            <a:lvl8pPr marL="4725071" indent="0">
              <a:buNone/>
              <a:defRPr sz="1476"/>
            </a:lvl8pPr>
            <a:lvl9pPr marL="5400081" indent="0">
              <a:buNone/>
              <a:defRPr sz="1476"/>
            </a:lvl9pPr>
          </a:lstStyle>
          <a:p>
            <a:pPr lvl="0"/>
            <a:r>
              <a:rPr lang="pt-BR"/>
              <a:t>Clique para editar os estilos de texto Mestres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273038904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ítulo e Text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1581706400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Texto e Título Vertical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12881724" y="574987"/>
            <a:ext cx="3881393" cy="9152300"/>
          </a:xfrm>
        </p:spPr>
        <p:txBody>
          <a:bodyPr vert="eaVert"/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1237545" y="574987"/>
            <a:ext cx="11419171" cy="9152300"/>
          </a:xfrm>
        </p:spPr>
        <p:txBody>
          <a:bodyPr vert="eaVert"/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201891322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8" Type="http://schemas.openxmlformats.org/officeDocument/2006/relationships/slideLayout" Target="../slideLayouts/slideLayout8.xml"/><Relationship Id="rId3" Type="http://schemas.openxmlformats.org/officeDocument/2006/relationships/slideLayout" Target="../slideLayouts/slideLayout3.xml"/><Relationship Id="rId7" Type="http://schemas.openxmlformats.org/officeDocument/2006/relationships/slideLayout" Target="../slideLayouts/slideLayout7.xml"/><Relationship Id="rId12" Type="http://schemas.openxmlformats.org/officeDocument/2006/relationships/theme" Target="../theme/theme1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slideLayout" Target="../slideLayouts/slideLayout6.xml"/><Relationship Id="rId11" Type="http://schemas.openxmlformats.org/officeDocument/2006/relationships/slideLayout" Target="../slideLayouts/slideLayout11.xml"/><Relationship Id="rId5" Type="http://schemas.openxmlformats.org/officeDocument/2006/relationships/slideLayout" Target="../slideLayouts/slideLayout5.xml"/><Relationship Id="rId10" Type="http://schemas.openxmlformats.org/officeDocument/2006/relationships/slideLayout" Target="../slideLayouts/slideLayout10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1237546" y="574988"/>
            <a:ext cx="15525572" cy="2087455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pt-BR"/>
              <a:t>Clique para editar o título Mestre</a:t>
            </a:r>
            <a:endParaRPr lang="en-US" dirty="0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237546" y="2874937"/>
            <a:ext cx="15525572" cy="6852350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pt-BR"/>
              <a:t>Clique para editar os estilos de texto Mestres</a:t>
            </a:r>
          </a:p>
          <a:p>
            <a:pPr lvl="1"/>
            <a:r>
              <a:rPr lang="pt-BR"/>
              <a:t>Segundo nível</a:t>
            </a:r>
          </a:p>
          <a:p>
            <a:pPr lvl="2"/>
            <a:r>
              <a:rPr lang="pt-BR"/>
              <a:t>Terceiro nível</a:t>
            </a:r>
          </a:p>
          <a:p>
            <a:pPr lvl="3"/>
            <a:r>
              <a:rPr lang="pt-BR"/>
              <a:t>Quarto nível</a:t>
            </a:r>
          </a:p>
          <a:p>
            <a:pPr lvl="4"/>
            <a:r>
              <a:rPr lang="pt-BR"/>
              <a:t>Quinto nível</a:t>
            </a:r>
            <a:endParaRPr lang="en-US" dirty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1237546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C6B90F7B-D1FB-4C1A-BB3A-F7998FE53825}" type="datetimeFigureOut">
              <a:rPr lang="pt-BR" smtClean="0"/>
              <a:t>18/11/2025</a:t>
            </a:fld>
            <a:endParaRPr lang="pt-BR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5962720" y="10009781"/>
            <a:ext cx="6075224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endParaRPr lang="pt-BR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12712968" y="10009781"/>
            <a:ext cx="4050149" cy="574987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772">
                <a:solidFill>
                  <a:schemeClr val="tx1">
                    <a:tint val="82000"/>
                  </a:schemeClr>
                </a:solidFill>
              </a:defRPr>
            </a:lvl1pPr>
          </a:lstStyle>
          <a:p>
            <a:fld id="{8E2A6751-61D4-4BCB-B18D-1F41E0E3A486}" type="slidenum">
              <a:rPr lang="pt-BR" smtClean="0"/>
              <a:t>‹nº›</a:t>
            </a:fld>
            <a:endParaRPr lang="pt-BR"/>
          </a:p>
        </p:txBody>
      </p:sp>
    </p:spTree>
    <p:extLst>
      <p:ext uri="{BB962C8B-B14F-4D97-AF65-F5344CB8AC3E}">
        <p14:creationId xmlns:p14="http://schemas.microsoft.com/office/powerpoint/2010/main" val="3554384614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757" r:id="rId1"/>
    <p:sldLayoutId id="2147483758" r:id="rId2"/>
    <p:sldLayoutId id="2147483759" r:id="rId3"/>
    <p:sldLayoutId id="2147483760" r:id="rId4"/>
    <p:sldLayoutId id="2147483761" r:id="rId5"/>
    <p:sldLayoutId id="2147483762" r:id="rId6"/>
    <p:sldLayoutId id="2147483763" r:id="rId7"/>
    <p:sldLayoutId id="2147483764" r:id="rId8"/>
    <p:sldLayoutId id="2147483765" r:id="rId9"/>
    <p:sldLayoutId id="2147483766" r:id="rId10"/>
    <p:sldLayoutId id="2147483767" r:id="rId11"/>
  </p:sldLayoutIdLst>
  <p:txStyles>
    <p:titleStyle>
      <a:lvl1pPr algn="l" defTabSz="1350020" rtl="0" eaLnBrk="1" latinLnBrk="0" hangingPunct="1">
        <a:lnSpc>
          <a:spcPct val="90000"/>
        </a:lnSpc>
        <a:spcBef>
          <a:spcPct val="0"/>
        </a:spcBef>
        <a:buNone/>
        <a:defRPr sz="6496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37505" indent="-337505" algn="l" defTabSz="1350020" rtl="0" eaLnBrk="1" latinLnBrk="0" hangingPunct="1">
        <a:lnSpc>
          <a:spcPct val="90000"/>
        </a:lnSpc>
        <a:spcBef>
          <a:spcPts val="1476"/>
        </a:spcBef>
        <a:buFont typeface="Arial" panose="020B0604020202020204" pitchFamily="34" charset="0"/>
        <a:buChar char="•"/>
        <a:defRPr sz="4134" kern="1200">
          <a:solidFill>
            <a:schemeClr val="tx1"/>
          </a:solidFill>
          <a:latin typeface="+mn-lt"/>
          <a:ea typeface="+mn-ea"/>
          <a:cs typeface="+mn-cs"/>
        </a:defRPr>
      </a:lvl1pPr>
      <a:lvl2pPr marL="101251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3543" kern="1200">
          <a:solidFill>
            <a:schemeClr val="tx1"/>
          </a:solidFill>
          <a:latin typeface="+mn-lt"/>
          <a:ea typeface="+mn-ea"/>
          <a:cs typeface="+mn-cs"/>
        </a:defRPr>
      </a:lvl2pPr>
      <a:lvl3pPr marL="168752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953" kern="1200">
          <a:solidFill>
            <a:schemeClr val="tx1"/>
          </a:solidFill>
          <a:latin typeface="+mn-lt"/>
          <a:ea typeface="+mn-ea"/>
          <a:cs typeface="+mn-cs"/>
        </a:defRPr>
      </a:lvl3pPr>
      <a:lvl4pPr marL="236253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303754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712555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38756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506257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737586" indent="-337505" algn="l" defTabSz="1350020" rtl="0" eaLnBrk="1" latinLnBrk="0" hangingPunct="1">
        <a:lnSpc>
          <a:spcPct val="90000"/>
        </a:lnSpc>
        <a:spcBef>
          <a:spcPts val="738"/>
        </a:spcBef>
        <a:buFont typeface="Arial" panose="020B0604020202020204" pitchFamily="34" charset="0"/>
        <a:buChar char="•"/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1pPr>
      <a:lvl2pPr marL="67501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2pPr>
      <a:lvl3pPr marL="135002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3pPr>
      <a:lvl4pPr marL="202503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4pPr>
      <a:lvl5pPr marL="270004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5pPr>
      <a:lvl6pPr marL="337505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6pPr>
      <a:lvl7pPr marL="4050060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7pPr>
      <a:lvl8pPr marL="472507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8pPr>
      <a:lvl9pPr marL="5400081" algn="l" defTabSz="1350020" rtl="0" eaLnBrk="1" latinLnBrk="0" hangingPunct="1">
        <a:defRPr sz="2658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1.png"/><Relationship Id="rId1" Type="http://schemas.openxmlformats.org/officeDocument/2006/relationships/slideLayout" Target="../slideLayouts/slideLayout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 showMasterSp="0">
  <p:cSld>
    <p:bg>
      <p:bgPr>
        <a:solidFill>
          <a:srgbClr val="293354">
            <a:alpha val="0"/>
          </a:srgbClr>
        </a:solidFill>
        <a:effectLst/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>
        <p:nvGrpSpPr>
          <p:cNvPr id="29" name="Agrupar 28">
            <a:extLst>
              <a:ext uri="{FF2B5EF4-FFF2-40B4-BE49-F238E27FC236}">
                <a16:creationId xmlns:a16="http://schemas.microsoft.com/office/drawing/2014/main" id="{6B8A6658-7739-135C-0E40-17C1C72C6370}"/>
              </a:ext>
            </a:extLst>
          </p:cNvPr>
          <p:cNvGrpSpPr/>
          <p:nvPr/>
        </p:nvGrpSpPr>
        <p:grpSpPr>
          <a:xfrm>
            <a:off x="142875" y="-1"/>
            <a:ext cx="17730788" cy="10799763"/>
            <a:chOff x="1" y="-1"/>
            <a:chExt cx="18000662" cy="10799763"/>
          </a:xfrm>
        </p:grpSpPr>
        <p:sp>
          <p:nvSpPr>
            <p:cNvPr id="26" name="Retângulo: Cantos Arredondados 25">
              <a:extLst>
                <a:ext uri="{FF2B5EF4-FFF2-40B4-BE49-F238E27FC236}">
                  <a16:creationId xmlns:a16="http://schemas.microsoft.com/office/drawing/2014/main" id="{19596D78-7AD8-A837-6C35-F1EC8913E405}"/>
                </a:ext>
              </a:extLst>
            </p:cNvPr>
            <p:cNvSpPr/>
            <p:nvPr/>
          </p:nvSpPr>
          <p:spPr>
            <a:xfrm>
              <a:off x="1" y="-1"/>
              <a:ext cx="18000662" cy="10799763"/>
            </a:xfrm>
            <a:prstGeom prst="roundRect">
              <a:avLst>
                <a:gd name="adj" fmla="val 17461"/>
              </a:avLst>
            </a:prstGeom>
            <a:noFill/>
            <a:ln w="254000">
              <a:solidFill>
                <a:srgbClr val="EB0039"/>
              </a:solidFill>
            </a:ln>
          </p:spPr>
          <p:style>
            <a:lnRef idx="2">
              <a:schemeClr val="accent1">
                <a:shade val="15000"/>
              </a:schemeClr>
            </a:lnRef>
            <a:fillRef idx="1">
              <a:schemeClr val="accent1"/>
            </a:fillRef>
            <a:effectRef idx="0">
              <a:schemeClr val="accent1"/>
            </a:effectRef>
            <a:fontRef idx="minor">
              <a:schemeClr val="lt1"/>
            </a:fontRef>
          </p:style>
          <p:txBody>
            <a:bodyPr rtlCol="0" anchor="ctr"/>
            <a:lstStyle/>
            <a:p>
              <a:pPr algn="ctr"/>
              <a:endParaRPr lang="pt-BR" dirty="0"/>
            </a:p>
          </p:txBody>
        </p:sp>
        <p:pic>
          <p:nvPicPr>
            <p:cNvPr id="28" name="Imagem 27" descr="Ícone&#10;&#10;O conteúdo gerado por IA pode estar incorreto.">
              <a:extLst>
                <a:ext uri="{FF2B5EF4-FFF2-40B4-BE49-F238E27FC236}">
                  <a16:creationId xmlns:a16="http://schemas.microsoft.com/office/drawing/2014/main" id="{2CB71402-2581-1065-D909-391CE8216728}"/>
                </a:ext>
              </a:extLst>
            </p:cNvPr>
            <p:cNvPicPr>
              <a:picLocks noChangeAspect="1"/>
            </p:cNvPicPr>
            <p:nvPr/>
          </p:nvPicPr>
          <p:blipFill>
            <a:blip r:embed="rId2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0049" y="3771899"/>
              <a:ext cx="3353289" cy="3357564"/>
            </a:xfrm>
            <a:prstGeom prst="rect">
              <a:avLst/>
            </a:prstGeom>
            <a:ln>
              <a:noFill/>
            </a:ln>
          </p:spPr>
        </p:pic>
      </p:grpSp>
    </p:spTree>
    <p:extLst>
      <p:ext uri="{BB962C8B-B14F-4D97-AF65-F5344CB8AC3E}">
        <p14:creationId xmlns:p14="http://schemas.microsoft.com/office/powerpoint/2010/main" val="1658940243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0F091B4C-407A-53BF-8FBF-BCD42F15CB29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132018716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3F39ACE0-D71C-99D7-192C-3596DC2CD3ED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9FB5C796-FB7E-5359-68EF-45446616F67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17461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>
              <a:solidFill>
                <a:srgbClr val="EB0039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541676612"/>
      </p:ext>
    </p:extLst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58543F66-7480-37AD-8F2C-2CCACD2C5C34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6819D332-FF48-CE93-F239-A192F602D65C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7900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3817689040"/>
      </p:ext>
    </p:extLst>
  </p:cSld>
  <p:clrMapOvr>
    <a:masterClrMapping/>
  </p:clrMapOvr>
  <p:timing>
    <p:tnLst>
      <p:par>
        <p:cTn id="1" dur="indefinite" restart="never" nodeType="tmRoot">
          <p:childTnLst>
            <p:seq concurrent="1" nextAc="seek">
              <p:cTn id="2" dur="indefinite" nodeType="mainSeq">
                <p:childTnLst>
                  <p:par>
                    <p:cTn id="3" fill="hold">
                      <p:stCondLst>
                        <p:cond delay="indefinite"/>
                      </p:stCondLst>
                      <p:childTnLst>
                        <p:par>
                          <p:cTn id="4" fill="hold">
                            <p:stCondLst>
                              <p:cond delay="0"/>
                            </p:stCondLst>
                            <p:childTnLst>
                              <p:par>
                                <p:cTn id="5" presetID="1" presetClass="entr" presetSubtype="0" fill="hold" grpId="0" nodeType="clickEffect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id="6"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 delay="0">
                  <p:tgtEl>
                    <p:sldTgt/>
                  </p:tgtEl>
                </p:cond>
              </p:prevCondLst>
              <p:nextCondLst>
                <p:cond evt="onNext" delay="0">
                  <p:tgtEl>
                    <p:sldTgt/>
                  </p:tgtEl>
                </p:cond>
              </p:nextCondLst>
            </p:seq>
          </p:childTnLst>
        </p:cTn>
      </p:par>
    </p:tnLst>
    <p:bldLst>
      <p:bldP spid="4" grpId="0" animBg="1"/>
    </p:bldLst>
  </p:timing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>
          <a:extLst>
            <a:ext uri="{FF2B5EF4-FFF2-40B4-BE49-F238E27FC236}">
              <a16:creationId xmlns:a16="http://schemas.microsoft.com/office/drawing/2014/main" id="{4F70348A-36CF-DEA9-9C2F-00CB49739688}"/>
            </a:ext>
          </a:extLst>
        </p:cNvPr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Retângulo: Cantos Arredondados 3">
            <a:extLst>
              <a:ext uri="{FF2B5EF4-FFF2-40B4-BE49-F238E27FC236}">
                <a16:creationId xmlns:a16="http://schemas.microsoft.com/office/drawing/2014/main" id="{562B3375-01FE-240A-BE41-90DC492DC152}"/>
              </a:ext>
            </a:extLst>
          </p:cNvPr>
          <p:cNvSpPr/>
          <p:nvPr/>
        </p:nvSpPr>
        <p:spPr>
          <a:xfrm>
            <a:off x="0" y="-1"/>
            <a:ext cx="18000663" cy="10799763"/>
          </a:xfrm>
          <a:prstGeom prst="roundRect">
            <a:avLst>
              <a:gd name="adj" fmla="val 7767"/>
            </a:avLst>
          </a:prstGeom>
          <a:solidFill>
            <a:srgbClr val="EB0039"/>
          </a:solidFill>
          <a:ln w="254000"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pt-BR" dirty="0"/>
          </a:p>
        </p:txBody>
      </p:sp>
    </p:spTree>
    <p:extLst>
      <p:ext uri="{BB962C8B-B14F-4D97-AF65-F5344CB8AC3E}">
        <p14:creationId xmlns:p14="http://schemas.microsoft.com/office/powerpoint/2010/main" val="2341217522"/>
      </p:ext>
    </p:extLst>
  </p:cSld>
  <p:clrMapOvr>
    <a:masterClrMapping/>
  </p:clrMapOvr>
</p:sld>
</file>

<file path=ppt/theme/theme1.xml><?xml version="1.0" encoding="utf-8"?>
<a:theme xmlns:a="http://schemas.openxmlformats.org/drawingml/2006/main" name="Tema do Office">
  <a:themeElements>
    <a:clrScheme name="Tema do Office">
      <a:dk1>
        <a:sysClr val="windowText" lastClr="000000"/>
      </a:dk1>
      <a:lt1>
        <a:sysClr val="window" lastClr="FFFFFF"/>
      </a:lt1>
      <a:dk2>
        <a:srgbClr val="0E2841"/>
      </a:dk2>
      <a:lt2>
        <a:srgbClr val="E8E8E8"/>
      </a:lt2>
      <a:accent1>
        <a:srgbClr val="156082"/>
      </a:accent1>
      <a:accent2>
        <a:srgbClr val="E97132"/>
      </a:accent2>
      <a:accent3>
        <a:srgbClr val="196B24"/>
      </a:accent3>
      <a:accent4>
        <a:srgbClr val="0F9ED5"/>
      </a:accent4>
      <a:accent5>
        <a:srgbClr val="A02B93"/>
      </a:accent5>
      <a:accent6>
        <a:srgbClr val="4EA72E"/>
      </a:accent6>
      <a:hlink>
        <a:srgbClr val="467886"/>
      </a:hlink>
      <a:folHlink>
        <a:srgbClr val="96607D"/>
      </a:folHlink>
    </a:clrScheme>
    <a:fontScheme name="Tema do Office">
      <a:majorFont>
        <a:latin typeface="Aptos Display" panose="02110004020202020204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Aptos" panose="02110004020202020204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Tema do 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  <a:ln w="2540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  <a:extLst>
    <a:ext uri="{05A4C25C-085E-4340-85A3-A5531E510DB2}">
      <thm15:themeFamily xmlns:thm15="http://schemas.microsoft.com/office/thememl/2012/main" name="Office Theme" id="{2E142A2C-CD16-42D6-873A-C26D2A0506FA}" vid="{1BDDFF52-6CD6-40A5-AB3C-68EB2F1E4D0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Office Theme</Template>
  <TotalTime>245</TotalTime>
  <Words>0</Words>
  <Application>Microsoft Office PowerPoint</Application>
  <PresentationFormat>Personalizar</PresentationFormat>
  <Paragraphs>0</Paragraphs>
  <Slides>5</Slides>
  <Notes>0</Notes>
  <HiddenSlides>0</HiddenSlides>
  <MMClips>0</MMClips>
  <ScaleCrop>false</ScaleCrop>
  <HeadingPairs>
    <vt:vector size="6" baseType="variant">
      <vt:variant>
        <vt:lpstr>Fontes usadas</vt:lpstr>
      </vt:variant>
      <vt:variant>
        <vt:i4>3</vt:i4>
      </vt:variant>
      <vt:variant>
        <vt:lpstr>Tema</vt:lpstr>
      </vt:variant>
      <vt:variant>
        <vt:i4>1</vt:i4>
      </vt:variant>
      <vt:variant>
        <vt:lpstr>Títulos de slides</vt:lpstr>
      </vt:variant>
      <vt:variant>
        <vt:i4>5</vt:i4>
      </vt:variant>
    </vt:vector>
  </HeadingPairs>
  <TitlesOfParts>
    <vt:vector size="9" baseType="lpstr">
      <vt:lpstr>Aptos</vt:lpstr>
      <vt:lpstr>Aptos Display</vt:lpstr>
      <vt:lpstr>Arial</vt:lpstr>
      <vt:lpstr>Tema do Office</vt:lpstr>
      <vt:lpstr>Apresentação do PowerPoint</vt:lpstr>
      <vt:lpstr>Apresentação do PowerPoint</vt:lpstr>
      <vt:lpstr>Apresentação do PowerPoint</vt:lpstr>
      <vt:lpstr>Apresentação do PowerPoint</vt:lpstr>
      <vt:lpstr>Apresentação do PowerPoint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>Henrique Capristano</dc:creator>
  <cp:lastModifiedBy>Henrique Capristano</cp:lastModifiedBy>
  <cp:revision>10</cp:revision>
  <dcterms:created xsi:type="dcterms:W3CDTF">2025-11-08T22:31:56Z</dcterms:created>
  <dcterms:modified xsi:type="dcterms:W3CDTF">2025-11-18T16:51:15Z</dcterms:modified>
</cp:coreProperties>
</file>