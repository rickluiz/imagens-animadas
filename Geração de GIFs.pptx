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C04"/>
    <a:srgbClr val="EB0039"/>
    <a:srgbClr val="EB7900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6B8A6658-7739-135C-0E40-17C1C72C6370}"/>
              </a:ext>
            </a:extLst>
          </p:cNvPr>
          <p:cNvGrpSpPr/>
          <p:nvPr/>
        </p:nvGrpSpPr>
        <p:grpSpPr>
          <a:xfrm>
            <a:off x="142875" y="-1"/>
            <a:ext cx="17730788" cy="10799763"/>
            <a:chOff x="1" y="-1"/>
            <a:chExt cx="18000662" cy="10799763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19596D78-7AD8-A837-6C35-F1EC8913E405}"/>
                </a:ext>
              </a:extLst>
            </p:cNvPr>
            <p:cNvSpPr/>
            <p:nvPr/>
          </p:nvSpPr>
          <p:spPr>
            <a:xfrm>
              <a:off x="1" y="-1"/>
              <a:ext cx="18000662" cy="10799763"/>
            </a:xfrm>
            <a:prstGeom prst="roundRect">
              <a:avLst>
                <a:gd name="adj" fmla="val 17461"/>
              </a:avLst>
            </a:prstGeom>
            <a:noFill/>
            <a:ln w="254000">
              <a:solidFill>
                <a:srgbClr val="EB003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2CB71402-2581-1065-D909-391CE82167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3771899"/>
              <a:ext cx="3353289" cy="3357564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F091B4C-407A-53BF-8FBF-BCD42F15CB29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7900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32018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9ACE0-D71C-99D7-192C-3596DC2C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FB5C796-FB7E-5359-68EF-45446616F672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0039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EB00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676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43F66-7480-37AD-8F2C-2CCACD2C5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6819D332-FF48-CE93-F239-A192F602D65C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7767"/>
            </a:avLst>
          </a:prstGeom>
          <a:solidFill>
            <a:srgbClr val="EB7900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768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0348A-36CF-DEA9-9C2F-00CB4973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62B3375-01FE-240A-BE41-90DC492DC152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7767"/>
            </a:avLst>
          </a:prstGeom>
          <a:solidFill>
            <a:srgbClr val="EB0039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41217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15534-49F4-2219-E362-54ABB4AB4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FFD96F49-6CBC-5C70-6E9B-A8AAF4A21EBF}"/>
              </a:ext>
            </a:extLst>
          </p:cNvPr>
          <p:cNvGrpSpPr/>
          <p:nvPr/>
        </p:nvGrpSpPr>
        <p:grpSpPr>
          <a:xfrm>
            <a:off x="142875" y="159026"/>
            <a:ext cx="17730788" cy="10469217"/>
            <a:chOff x="1" y="159026"/>
            <a:chExt cx="18000662" cy="10640736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C8273391-EA9E-9409-283B-F05C9164BCE5}"/>
                </a:ext>
              </a:extLst>
            </p:cNvPr>
            <p:cNvSpPr/>
            <p:nvPr/>
          </p:nvSpPr>
          <p:spPr>
            <a:xfrm>
              <a:off x="1" y="159026"/>
              <a:ext cx="18000662" cy="10640736"/>
            </a:xfrm>
            <a:prstGeom prst="roundRect">
              <a:avLst>
                <a:gd name="adj" fmla="val 5190"/>
              </a:avLst>
            </a:prstGeom>
            <a:noFill/>
            <a:ln w="254000">
              <a:solidFill>
                <a:srgbClr val="EB003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00943150-66B1-6383-06D1-C4CB7458A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4606995"/>
              <a:ext cx="3353289" cy="1397702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61510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F143C-188F-34AD-875C-2F6658B67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2324429D-BD48-F725-59C9-922B23420B6C}"/>
              </a:ext>
            </a:extLst>
          </p:cNvPr>
          <p:cNvGrpSpPr/>
          <p:nvPr/>
        </p:nvGrpSpPr>
        <p:grpSpPr>
          <a:xfrm>
            <a:off x="142875" y="159026"/>
            <a:ext cx="17730788" cy="10469217"/>
            <a:chOff x="1" y="159026"/>
            <a:chExt cx="18000662" cy="10640736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3F1ECC91-C9E4-39D5-BE84-E634724E7664}"/>
                </a:ext>
              </a:extLst>
            </p:cNvPr>
            <p:cNvSpPr/>
            <p:nvPr/>
          </p:nvSpPr>
          <p:spPr>
            <a:xfrm>
              <a:off x="1" y="159026"/>
              <a:ext cx="18000662" cy="10640736"/>
            </a:xfrm>
            <a:prstGeom prst="roundRect">
              <a:avLst>
                <a:gd name="adj" fmla="val 5190"/>
              </a:avLst>
            </a:prstGeom>
            <a:noFill/>
            <a:ln w="254000">
              <a:solidFill>
                <a:srgbClr val="FBBC0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40403CCB-FF88-04D3-5E5B-097A6E6598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4606995"/>
              <a:ext cx="3353289" cy="1397702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0218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289</TotalTime>
  <Words>0</Words>
  <Application>Microsoft Office PowerPoint</Application>
  <PresentationFormat>Personalizar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11</cp:revision>
  <dcterms:created xsi:type="dcterms:W3CDTF">2025-11-08T22:31:56Z</dcterms:created>
  <dcterms:modified xsi:type="dcterms:W3CDTF">2025-11-18T17:35:13Z</dcterms:modified>
</cp:coreProperties>
</file>